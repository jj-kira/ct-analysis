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3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4" r:id="rId2"/>
    <p:sldId id="271" r:id="rId3"/>
    <p:sldId id="270" r:id="rId4"/>
    <p:sldId id="272" r:id="rId5"/>
    <p:sldId id="273" r:id="rId6"/>
    <p:sldId id="274" r:id="rId7"/>
    <p:sldId id="267" r:id="rId8"/>
    <p:sldId id="275" r:id="rId9"/>
    <p:sldId id="276" r:id="rId10"/>
    <p:sldId id="262" r:id="rId11"/>
    <p:sldId id="277" r:id="rId12"/>
    <p:sldId id="263" r:id="rId13"/>
    <p:sldId id="278" r:id="rId14"/>
    <p:sldId id="266" r:id="rId15"/>
    <p:sldId id="279" r:id="rId16"/>
    <p:sldId id="256" r:id="rId17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67487" autoAdjust="0"/>
  </p:normalViewPr>
  <p:slideViewPr>
    <p:cSldViewPr snapToGrid="0">
      <p:cViewPr>
        <p:scale>
          <a:sx n="42" d="100"/>
          <a:sy n="42" d="100"/>
        </p:scale>
        <p:origin x="16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28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31E6CC-16D3-4187-A05C-BCFC6B4AEF57}" type="doc">
      <dgm:prSet loTypeId="urn:microsoft.com/office/officeart/2005/8/layout/pyramid4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CE511B99-32E1-4B74-BA5A-FE07F5DD91EC}">
      <dgm:prSet phldrT="[Tekst]" phldr="0"/>
      <dgm:spPr>
        <a:solidFill>
          <a:schemeClr val="accent2"/>
        </a:solidFill>
      </dgm:spPr>
      <dgm:t>
        <a:bodyPr/>
        <a:lstStyle/>
        <a:p>
          <a:r>
            <a:rPr lang="pl-PL" dirty="0" err="1"/>
            <a:t>pybest-ct</a:t>
          </a:r>
          <a:r>
            <a:rPr lang="pl-PL" dirty="0"/>
            <a:t> CLI </a:t>
          </a:r>
          <a:r>
            <a:rPr lang="pl-PL" dirty="0" err="1"/>
            <a:t>script</a:t>
          </a:r>
          <a:endParaRPr lang="pl-PL" dirty="0"/>
        </a:p>
      </dgm:t>
    </dgm:pt>
    <dgm:pt modelId="{C14D8DA1-B6AC-4B79-B81D-BA6FFE7DA86C}" type="parTrans" cxnId="{5558EA4F-39D8-4A95-8B0C-68B0C9844B72}">
      <dgm:prSet/>
      <dgm:spPr/>
      <dgm:t>
        <a:bodyPr/>
        <a:lstStyle/>
        <a:p>
          <a:endParaRPr lang="pl-PL"/>
        </a:p>
      </dgm:t>
    </dgm:pt>
    <dgm:pt modelId="{2B3F3E9E-1266-464A-B05A-689D02BC66B3}" type="sibTrans" cxnId="{5558EA4F-39D8-4A95-8B0C-68B0C9844B72}">
      <dgm:prSet/>
      <dgm:spPr/>
      <dgm:t>
        <a:bodyPr/>
        <a:lstStyle/>
        <a:p>
          <a:endParaRPr lang="pl-PL"/>
        </a:p>
      </dgm:t>
    </dgm:pt>
    <dgm:pt modelId="{1DDC35B1-7ACD-41DF-BCE0-4B24D0B6F9CD}">
      <dgm:prSet phldrT="[Tekst]" phldr="0"/>
      <dgm:spPr>
        <a:solidFill>
          <a:srgbClr val="BF9000"/>
        </a:solidFill>
      </dgm:spPr>
      <dgm:t>
        <a:bodyPr/>
        <a:lstStyle/>
        <a:p>
          <a:r>
            <a:rPr lang="pl-PL" dirty="0" err="1"/>
            <a:t>Core</a:t>
          </a:r>
          <a:r>
            <a:rPr lang="pl-PL" dirty="0"/>
            <a:t> </a:t>
          </a:r>
          <a:r>
            <a:rPr lang="pl-PL" dirty="0" err="1"/>
            <a:t>Utility</a:t>
          </a:r>
          <a:endParaRPr lang="pl-PL" dirty="0"/>
        </a:p>
      </dgm:t>
    </dgm:pt>
    <dgm:pt modelId="{60243137-ADA0-4AD9-8CBD-AA79ECB8B48C}" type="parTrans" cxnId="{00895336-D609-4120-AF48-83201F7A61D9}">
      <dgm:prSet/>
      <dgm:spPr/>
      <dgm:t>
        <a:bodyPr/>
        <a:lstStyle/>
        <a:p>
          <a:endParaRPr lang="pl-PL"/>
        </a:p>
      </dgm:t>
    </dgm:pt>
    <dgm:pt modelId="{45171C2F-B2D2-4F6D-8861-11E2E4241421}" type="sibTrans" cxnId="{00895336-D609-4120-AF48-83201F7A61D9}">
      <dgm:prSet/>
      <dgm:spPr/>
      <dgm:t>
        <a:bodyPr/>
        <a:lstStyle/>
        <a:p>
          <a:endParaRPr lang="pl-PL"/>
        </a:p>
      </dgm:t>
    </dgm:pt>
    <dgm:pt modelId="{32D558FD-7F22-4BEB-AEB4-1254D7A4C8D8}">
      <dgm:prSet phldrT="[Tekst]" phldr="0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pl-PL" dirty="0" err="1"/>
            <a:t>Domain</a:t>
          </a:r>
          <a:r>
            <a:rPr lang="pl-PL" dirty="0"/>
            <a:t> </a:t>
          </a:r>
          <a:r>
            <a:rPr lang="pl-PL" dirty="0" err="1"/>
            <a:t>definition</a:t>
          </a:r>
          <a:r>
            <a:rPr lang="pl-PL" dirty="0"/>
            <a:t> GUI</a:t>
          </a:r>
        </a:p>
      </dgm:t>
    </dgm:pt>
    <dgm:pt modelId="{E170419B-6A7C-49E0-BEEC-8FD6D5E1C820}" type="parTrans" cxnId="{7BEEFBAF-7355-42B3-9352-56DDA203693F}">
      <dgm:prSet/>
      <dgm:spPr/>
      <dgm:t>
        <a:bodyPr/>
        <a:lstStyle/>
        <a:p>
          <a:endParaRPr lang="pl-PL"/>
        </a:p>
      </dgm:t>
    </dgm:pt>
    <dgm:pt modelId="{77031ED7-969F-42BF-A583-1D73EA095C78}" type="sibTrans" cxnId="{7BEEFBAF-7355-42B3-9352-56DDA203693F}">
      <dgm:prSet/>
      <dgm:spPr/>
      <dgm:t>
        <a:bodyPr/>
        <a:lstStyle/>
        <a:p>
          <a:endParaRPr lang="pl-PL"/>
        </a:p>
      </dgm:t>
    </dgm:pt>
    <dgm:pt modelId="{4DE22692-C36C-494C-B195-2F1C292FF363}">
      <dgm:prSet phldrT="[Tekst]" phldr="0"/>
      <dgm:spPr/>
      <dgm:t>
        <a:bodyPr/>
        <a:lstStyle/>
        <a:p>
          <a:r>
            <a:rPr lang="pl-PL" dirty="0" err="1"/>
            <a:t>CTProperty</a:t>
          </a:r>
          <a:endParaRPr lang="pl-PL" dirty="0"/>
        </a:p>
      </dgm:t>
    </dgm:pt>
    <dgm:pt modelId="{874806D9-E7C2-4072-A793-5C70415A368E}" type="parTrans" cxnId="{324379B5-4962-42FF-AF04-ABA4D02D4FDE}">
      <dgm:prSet/>
      <dgm:spPr/>
      <dgm:t>
        <a:bodyPr/>
        <a:lstStyle/>
        <a:p>
          <a:endParaRPr lang="pl-PL"/>
        </a:p>
      </dgm:t>
    </dgm:pt>
    <dgm:pt modelId="{AD32182A-3AD1-4C7B-AC72-8248C937E868}" type="sibTrans" cxnId="{324379B5-4962-42FF-AF04-ABA4D02D4FDE}">
      <dgm:prSet/>
      <dgm:spPr/>
      <dgm:t>
        <a:bodyPr/>
        <a:lstStyle/>
        <a:p>
          <a:endParaRPr lang="pl-PL"/>
        </a:p>
      </dgm:t>
    </dgm:pt>
    <dgm:pt modelId="{28D07D09-06EE-4708-9B35-12580F53F257}" type="pres">
      <dgm:prSet presAssocID="{4731E6CC-16D3-4187-A05C-BCFC6B4AEF57}" presName="compositeShape" presStyleCnt="0">
        <dgm:presLayoutVars>
          <dgm:chMax val="9"/>
          <dgm:dir/>
          <dgm:resizeHandles val="exact"/>
        </dgm:presLayoutVars>
      </dgm:prSet>
      <dgm:spPr/>
    </dgm:pt>
    <dgm:pt modelId="{829B6288-42C4-4170-A88A-ECDC0008A863}" type="pres">
      <dgm:prSet presAssocID="{4731E6CC-16D3-4187-A05C-BCFC6B4AEF57}" presName="triangle1" presStyleLbl="node1" presStyleIdx="0" presStyleCnt="4">
        <dgm:presLayoutVars>
          <dgm:bulletEnabled val="1"/>
        </dgm:presLayoutVars>
      </dgm:prSet>
      <dgm:spPr/>
    </dgm:pt>
    <dgm:pt modelId="{58E8C08B-D589-4BC2-8E1A-A3EC79A065C3}" type="pres">
      <dgm:prSet presAssocID="{4731E6CC-16D3-4187-A05C-BCFC6B4AEF57}" presName="triangle2" presStyleLbl="node1" presStyleIdx="1" presStyleCnt="4">
        <dgm:presLayoutVars>
          <dgm:bulletEnabled val="1"/>
        </dgm:presLayoutVars>
      </dgm:prSet>
      <dgm:spPr/>
    </dgm:pt>
    <dgm:pt modelId="{04A00354-5447-46BE-A3BB-AB55956992AD}" type="pres">
      <dgm:prSet presAssocID="{4731E6CC-16D3-4187-A05C-BCFC6B4AEF57}" presName="triangle3" presStyleLbl="node1" presStyleIdx="2" presStyleCnt="4">
        <dgm:presLayoutVars>
          <dgm:bulletEnabled val="1"/>
        </dgm:presLayoutVars>
      </dgm:prSet>
      <dgm:spPr/>
    </dgm:pt>
    <dgm:pt modelId="{023F1784-093C-4C6A-B986-501A90C02C80}" type="pres">
      <dgm:prSet presAssocID="{4731E6CC-16D3-4187-A05C-BCFC6B4AEF57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8D85DA19-2705-4DC4-8FF1-8B678D75A6AD}" type="presOf" srcId="{4DE22692-C36C-494C-B195-2F1C292FF363}" destId="{023F1784-093C-4C6A-B986-501A90C02C80}" srcOrd="0" destOrd="0" presId="urn:microsoft.com/office/officeart/2005/8/layout/pyramid4"/>
    <dgm:cxn modelId="{4DF51221-D0AD-4160-B156-EA7B6BC2DDC0}" type="presOf" srcId="{CE511B99-32E1-4B74-BA5A-FE07F5DD91EC}" destId="{829B6288-42C4-4170-A88A-ECDC0008A863}" srcOrd="0" destOrd="0" presId="urn:microsoft.com/office/officeart/2005/8/layout/pyramid4"/>
    <dgm:cxn modelId="{00895336-D609-4120-AF48-83201F7A61D9}" srcId="{4731E6CC-16D3-4187-A05C-BCFC6B4AEF57}" destId="{1DDC35B1-7ACD-41DF-BCE0-4B24D0B6F9CD}" srcOrd="1" destOrd="0" parTransId="{60243137-ADA0-4AD9-8CBD-AA79ECB8B48C}" sibTransId="{45171C2F-B2D2-4F6D-8861-11E2E4241421}"/>
    <dgm:cxn modelId="{5558EA4F-39D8-4A95-8B0C-68B0C9844B72}" srcId="{4731E6CC-16D3-4187-A05C-BCFC6B4AEF57}" destId="{CE511B99-32E1-4B74-BA5A-FE07F5DD91EC}" srcOrd="0" destOrd="0" parTransId="{C14D8DA1-B6AC-4B79-B81D-BA6FFE7DA86C}" sibTransId="{2B3F3E9E-1266-464A-B05A-689D02BC66B3}"/>
    <dgm:cxn modelId="{96EFD589-7837-491D-9F7F-00B6E4E7CD27}" type="presOf" srcId="{32D558FD-7F22-4BEB-AEB4-1254D7A4C8D8}" destId="{04A00354-5447-46BE-A3BB-AB55956992AD}" srcOrd="0" destOrd="0" presId="urn:microsoft.com/office/officeart/2005/8/layout/pyramid4"/>
    <dgm:cxn modelId="{E4813AAD-7CA3-4BE9-ABFD-78B2AC99A3C8}" type="presOf" srcId="{4731E6CC-16D3-4187-A05C-BCFC6B4AEF57}" destId="{28D07D09-06EE-4708-9B35-12580F53F257}" srcOrd="0" destOrd="0" presId="urn:microsoft.com/office/officeart/2005/8/layout/pyramid4"/>
    <dgm:cxn modelId="{7BEEFBAF-7355-42B3-9352-56DDA203693F}" srcId="{4731E6CC-16D3-4187-A05C-BCFC6B4AEF57}" destId="{32D558FD-7F22-4BEB-AEB4-1254D7A4C8D8}" srcOrd="2" destOrd="0" parTransId="{E170419B-6A7C-49E0-BEEC-8FD6D5E1C820}" sibTransId="{77031ED7-969F-42BF-A583-1D73EA095C78}"/>
    <dgm:cxn modelId="{324379B5-4962-42FF-AF04-ABA4D02D4FDE}" srcId="{4731E6CC-16D3-4187-A05C-BCFC6B4AEF57}" destId="{4DE22692-C36C-494C-B195-2F1C292FF363}" srcOrd="3" destOrd="0" parTransId="{874806D9-E7C2-4072-A793-5C70415A368E}" sibTransId="{AD32182A-3AD1-4C7B-AC72-8248C937E868}"/>
    <dgm:cxn modelId="{19439CCC-EFF6-4BC6-952B-CAC5DFC820D7}" type="presOf" srcId="{1DDC35B1-7ACD-41DF-BCE0-4B24D0B6F9CD}" destId="{58E8C08B-D589-4BC2-8E1A-A3EC79A065C3}" srcOrd="0" destOrd="0" presId="urn:microsoft.com/office/officeart/2005/8/layout/pyramid4"/>
    <dgm:cxn modelId="{4BE8DDFF-C6A6-4380-AB01-01FD74939551}" type="presParOf" srcId="{28D07D09-06EE-4708-9B35-12580F53F257}" destId="{829B6288-42C4-4170-A88A-ECDC0008A863}" srcOrd="0" destOrd="0" presId="urn:microsoft.com/office/officeart/2005/8/layout/pyramid4"/>
    <dgm:cxn modelId="{3D364F4C-7770-472B-9E6D-D5D398EADE23}" type="presParOf" srcId="{28D07D09-06EE-4708-9B35-12580F53F257}" destId="{58E8C08B-D589-4BC2-8E1A-A3EC79A065C3}" srcOrd="1" destOrd="0" presId="urn:microsoft.com/office/officeart/2005/8/layout/pyramid4"/>
    <dgm:cxn modelId="{B1512D80-9D1D-4B7E-93E0-20CE317B24D1}" type="presParOf" srcId="{28D07D09-06EE-4708-9B35-12580F53F257}" destId="{04A00354-5447-46BE-A3BB-AB55956992AD}" srcOrd="2" destOrd="0" presId="urn:microsoft.com/office/officeart/2005/8/layout/pyramid4"/>
    <dgm:cxn modelId="{09550F60-4153-4968-B503-F000C6A9C5B9}" type="presParOf" srcId="{28D07D09-06EE-4708-9B35-12580F53F257}" destId="{023F1784-093C-4C6A-B986-501A90C02C80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8F813D-FDE6-419E-A24B-C4EDC46EA328}" type="doc">
      <dgm:prSet loTypeId="urn:microsoft.com/office/officeart/2005/8/layout/cycle4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l-PL"/>
        </a:p>
      </dgm:t>
    </dgm:pt>
    <dgm:pt modelId="{092B6DB1-D4F8-4999-9A94-CD73C4EE12B3}">
      <dgm:prSet phldrT="[Tekst]" phldr="0" custT="1"/>
      <dgm:spPr/>
      <dgm:t>
        <a:bodyPr/>
        <a:lstStyle/>
        <a:p>
          <a:r>
            <a:rPr lang="pl-PL" sz="1900" dirty="0"/>
            <a:t>User-</a:t>
          </a:r>
          <a:r>
            <a:rPr lang="pl-PL" sz="1900" dirty="0" err="1"/>
            <a:t>defined</a:t>
          </a:r>
          <a:r>
            <a:rPr lang="pl-PL" sz="1900" dirty="0"/>
            <a:t> </a:t>
          </a:r>
          <a:r>
            <a:rPr lang="pl-PL" sz="1900" dirty="0" err="1"/>
            <a:t>domains</a:t>
          </a:r>
          <a:r>
            <a:rPr lang="pl-PL" sz="1900" dirty="0"/>
            <a:t> (</a:t>
          </a:r>
          <a:r>
            <a:rPr lang="pl-PL" sz="1900" dirty="0" err="1"/>
            <a:t>DomainSpec</a:t>
          </a:r>
          <a:r>
            <a:rPr lang="pl-PL" sz="1900" dirty="0"/>
            <a:t>)</a:t>
          </a:r>
        </a:p>
      </dgm:t>
    </dgm:pt>
    <dgm:pt modelId="{6E14A793-0DE7-4B75-ADC5-1A3CC69111F3}" type="parTrans" cxnId="{37281D9A-07CF-424A-B1E7-4A5B624B37FD}">
      <dgm:prSet/>
      <dgm:spPr/>
      <dgm:t>
        <a:bodyPr/>
        <a:lstStyle/>
        <a:p>
          <a:endParaRPr lang="pl-PL"/>
        </a:p>
      </dgm:t>
    </dgm:pt>
    <dgm:pt modelId="{A2254D37-13D1-421A-92D6-1CEC33E7A7BB}" type="sibTrans" cxnId="{37281D9A-07CF-424A-B1E7-4A5B624B37FD}">
      <dgm:prSet/>
      <dgm:spPr/>
      <dgm:t>
        <a:bodyPr/>
        <a:lstStyle/>
        <a:p>
          <a:endParaRPr lang="pl-PL"/>
        </a:p>
      </dgm:t>
    </dgm:pt>
    <dgm:pt modelId="{98734175-AA5D-4134-9D8F-26FC7E3F98A9}">
      <dgm:prSet phldrT="[Tekst]" phldr="0" custT="1"/>
      <dgm:spPr/>
      <dgm:t>
        <a:bodyPr/>
        <a:lstStyle/>
        <a:p>
          <a:r>
            <a:rPr lang="pl-PL" sz="1800" dirty="0"/>
            <a:t>Input d</a:t>
          </a:r>
          <a:r>
            <a:rPr lang="en-US" sz="1800" dirty="0" err="1"/>
            <a:t>efined</a:t>
          </a:r>
          <a:r>
            <a:rPr lang="en-US" sz="1800" dirty="0"/>
            <a:t> by user via GUI or .</a:t>
          </a:r>
          <a:r>
            <a:rPr lang="en-US" sz="1800" dirty="0" err="1"/>
            <a:t>xyz</a:t>
          </a:r>
          <a:r>
            <a:rPr lang="en-US" sz="1800" dirty="0"/>
            <a:t> file</a:t>
          </a:r>
          <a:endParaRPr lang="pl-PL" sz="1800" dirty="0"/>
        </a:p>
      </dgm:t>
    </dgm:pt>
    <dgm:pt modelId="{63963C43-FE83-4989-963D-30C34497ECA2}" type="parTrans" cxnId="{60DB95FE-A42F-408C-A51D-F049A1B920B9}">
      <dgm:prSet/>
      <dgm:spPr/>
      <dgm:t>
        <a:bodyPr/>
        <a:lstStyle/>
        <a:p>
          <a:endParaRPr lang="pl-PL"/>
        </a:p>
      </dgm:t>
    </dgm:pt>
    <dgm:pt modelId="{70BD5572-2D77-4C54-8DCD-36B6BB2FA0A1}" type="sibTrans" cxnId="{60DB95FE-A42F-408C-A51D-F049A1B920B9}">
      <dgm:prSet/>
      <dgm:spPr/>
      <dgm:t>
        <a:bodyPr/>
        <a:lstStyle/>
        <a:p>
          <a:endParaRPr lang="pl-PL"/>
        </a:p>
      </dgm:t>
    </dgm:pt>
    <mc:AlternateContent xmlns:mc="http://schemas.openxmlformats.org/markup-compatibility/2006" xmlns:a14="http://schemas.microsoft.com/office/drawing/2010/main">
      <mc:Choice Requires="a14">
        <dgm:pt modelId="{B2ED0755-328E-436D-B550-7EA3AAFB5568}">
          <dgm:prSet phldrT="[Tekst]" phldr="0" custT="1"/>
          <dgm:spPr/>
          <dgm:t>
            <a:bodyPr/>
            <a:lstStyle/>
            <a:p>
              <a:r>
                <a:rPr lang="pl-PL" sz="1900" dirty="0"/>
                <a:t>AO </a:t>
              </a:r>
              <a14:m>
                <m:oMath xmlns:m="http://schemas.openxmlformats.org/officeDocument/2006/math">
                  <m:r>
                    <a:rPr lang="pl-PL" sz="1900" b="0" i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→</m:t>
                  </m:r>
                </m:oMath>
              </a14:m>
              <a:r>
                <a:rPr lang="pl-PL" sz="1900" dirty="0"/>
                <a:t> MO </a:t>
              </a:r>
              <a:r>
                <a:rPr lang="pl-PL" sz="1900" dirty="0" err="1"/>
                <a:t>projection</a:t>
              </a:r>
              <a:endParaRPr lang="pl-PL" sz="1900" dirty="0"/>
            </a:p>
            <a:p>
              <a:endParaRPr lang="pl-PL" sz="1200" dirty="0"/>
            </a:p>
            <a:p>
              <a:endParaRPr lang="pl-PL" sz="1900" dirty="0"/>
            </a:p>
          </dgm:t>
        </dgm:pt>
      </mc:Choice>
      <mc:Fallback xmlns="">
        <dgm:pt modelId="{B2ED0755-328E-436D-B550-7EA3AAFB5568}">
          <dgm:prSet phldrT="[Tekst]" phldr="0" custT="1"/>
          <dgm:spPr/>
          <dgm:t>
            <a:bodyPr/>
            <a:lstStyle/>
            <a:p>
              <a:r>
                <a:rPr lang="pl-PL" sz="1900" dirty="0"/>
                <a:t>AO </a:t>
              </a:r>
              <a:r>
                <a:rPr lang="pl-PL" sz="1900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→</a:t>
              </a:r>
              <a:r>
                <a:rPr lang="pl-PL" sz="1900" dirty="0"/>
                <a:t> MO </a:t>
              </a:r>
              <a:r>
                <a:rPr lang="pl-PL" sz="1900" dirty="0" err="1"/>
                <a:t>projection</a:t>
              </a:r>
              <a:endParaRPr lang="pl-PL" sz="1900" dirty="0"/>
            </a:p>
            <a:p>
              <a:endParaRPr lang="pl-PL" sz="1200" dirty="0"/>
            </a:p>
            <a:p>
              <a:endParaRPr lang="pl-PL" sz="1900" dirty="0"/>
            </a:p>
          </dgm:t>
        </dgm:pt>
      </mc:Fallback>
    </mc:AlternateContent>
    <dgm:pt modelId="{C46DAD09-26B3-46F1-B9D7-734549F082EA}" type="parTrans" cxnId="{B7AB2135-D590-480D-8827-0651450344C6}">
      <dgm:prSet/>
      <dgm:spPr/>
      <dgm:t>
        <a:bodyPr/>
        <a:lstStyle/>
        <a:p>
          <a:endParaRPr lang="pl-PL"/>
        </a:p>
      </dgm:t>
    </dgm:pt>
    <dgm:pt modelId="{9863EC72-450C-43AB-AEAF-51A6442D1BEA}" type="sibTrans" cxnId="{B7AB2135-D590-480D-8827-0651450344C6}">
      <dgm:prSet/>
      <dgm:spPr/>
      <dgm:t>
        <a:bodyPr/>
        <a:lstStyle/>
        <a:p>
          <a:endParaRPr lang="pl-PL"/>
        </a:p>
      </dgm:t>
    </dgm:pt>
    <dgm:pt modelId="{0967C668-7529-4085-8EA8-F767C3E76D49}">
      <dgm:prSet phldrT="[Tekst]" custT="1"/>
      <dgm:spPr/>
      <dgm:t>
        <a:bodyPr/>
        <a:lstStyle/>
        <a:p>
          <a:endParaRPr lang="pl-PL" sz="1800" dirty="0"/>
        </a:p>
      </dgm:t>
    </dgm:pt>
    <dgm:pt modelId="{E81AA5FE-CCC7-4FAE-875A-6CB4A33D9F2E}" type="parTrans" cxnId="{AFB0509D-2257-4B59-873E-6DCF69A05FB5}">
      <dgm:prSet/>
      <dgm:spPr/>
      <dgm:t>
        <a:bodyPr/>
        <a:lstStyle/>
        <a:p>
          <a:endParaRPr lang="pl-PL"/>
        </a:p>
      </dgm:t>
    </dgm:pt>
    <dgm:pt modelId="{CC815F75-9AD5-4765-A38F-42E8E0BA67DB}" type="sibTrans" cxnId="{AFB0509D-2257-4B59-873E-6DCF69A05FB5}">
      <dgm:prSet/>
      <dgm:spPr/>
      <dgm:t>
        <a:bodyPr/>
        <a:lstStyle/>
        <a:p>
          <a:endParaRPr lang="pl-PL"/>
        </a:p>
      </dgm:t>
    </dgm:pt>
    <dgm:pt modelId="{F97E6FE2-8FC7-4D23-95DC-2394209048B0}">
      <dgm:prSet phldrT="[Tekst]" phldr="0" custT="1"/>
      <dgm:spPr/>
      <dgm:t>
        <a:bodyPr/>
        <a:lstStyle/>
        <a:p>
          <a:endParaRPr lang="pl-PL" sz="1600" dirty="0"/>
        </a:p>
        <a:p>
          <a:endParaRPr lang="pl-PL" sz="1600" dirty="0"/>
        </a:p>
        <a:p>
          <a:endParaRPr lang="pl-PL" sz="2800" dirty="0"/>
        </a:p>
        <a:p>
          <a:r>
            <a:rPr lang="pl-PL" sz="1800" dirty="0"/>
            <a:t>Domain-</a:t>
          </a:r>
          <a:r>
            <a:rPr lang="pl-PL" sz="1800" dirty="0" err="1"/>
            <a:t>weight</a:t>
          </a:r>
          <a:r>
            <a:rPr lang="pl-PL" sz="1800" dirty="0"/>
            <a:t> </a:t>
          </a:r>
          <a:r>
            <a:rPr lang="pl-PL" sz="1800" dirty="0" err="1"/>
            <a:t>computation</a:t>
          </a:r>
          <a:endParaRPr lang="pl-PL" sz="1800" dirty="0"/>
        </a:p>
      </dgm:t>
    </dgm:pt>
    <dgm:pt modelId="{617A3DA7-409B-4C06-A3DE-A58C204D8179}" type="parTrans" cxnId="{911D7CEB-B3A8-4792-B0BB-E939EFEB0822}">
      <dgm:prSet/>
      <dgm:spPr/>
      <dgm:t>
        <a:bodyPr/>
        <a:lstStyle/>
        <a:p>
          <a:endParaRPr lang="pl-PL"/>
        </a:p>
      </dgm:t>
    </dgm:pt>
    <dgm:pt modelId="{8C2CA730-C20F-4560-8CC7-B2ED31F9BC15}" type="sibTrans" cxnId="{911D7CEB-B3A8-4792-B0BB-E939EFEB0822}">
      <dgm:prSet/>
      <dgm:spPr/>
      <dgm:t>
        <a:bodyPr/>
        <a:lstStyle/>
        <a:p>
          <a:endParaRPr lang="pl-PL"/>
        </a:p>
      </dgm:t>
    </dgm:pt>
    <dgm:pt modelId="{117DA313-3F8C-4117-BC59-DCD1D33F68F2}">
      <dgm:prSet phldrT="[Tekst]" phldr="0"/>
      <dgm:spPr/>
      <dgm:t>
        <a:bodyPr/>
        <a:lstStyle/>
        <a:p>
          <a:endParaRPr lang="pl-PL" dirty="0"/>
        </a:p>
      </dgm:t>
    </dgm:pt>
    <dgm:pt modelId="{46783032-C815-4389-9E70-7BA53F8221D0}" type="parTrans" cxnId="{40209A35-45C7-4E8B-B691-ADAEEED6C06E}">
      <dgm:prSet/>
      <dgm:spPr/>
      <dgm:t>
        <a:bodyPr/>
        <a:lstStyle/>
        <a:p>
          <a:endParaRPr lang="pl-PL"/>
        </a:p>
      </dgm:t>
    </dgm:pt>
    <dgm:pt modelId="{B610911A-5A97-4749-A7C6-4DB8B38C08CA}" type="sibTrans" cxnId="{40209A35-45C7-4E8B-B691-ADAEEED6C06E}">
      <dgm:prSet/>
      <dgm:spPr/>
      <dgm:t>
        <a:bodyPr/>
        <a:lstStyle/>
        <a:p>
          <a:endParaRPr lang="pl-PL"/>
        </a:p>
      </dgm:t>
    </dgm:pt>
    <dgm:pt modelId="{36DE6833-674A-47E1-A8AB-9F3F2C34902F}">
      <dgm:prSet phldrT="[Tekst]" phldr="0" custT="1"/>
      <dgm:spPr/>
      <dgm:t>
        <a:bodyPr/>
        <a:lstStyle/>
        <a:p>
          <a:endParaRPr lang="pl-PL" sz="1600" dirty="0"/>
        </a:p>
        <a:p>
          <a:endParaRPr lang="pl-PL" sz="1600" dirty="0"/>
        </a:p>
        <a:p>
          <a:endParaRPr lang="pl-PL" sz="2000" dirty="0"/>
        </a:p>
        <a:p>
          <a:r>
            <a:rPr lang="pl-PL" sz="2000" dirty="0"/>
            <a:t>CT Matrix</a:t>
          </a:r>
        </a:p>
      </dgm:t>
    </dgm:pt>
    <dgm:pt modelId="{CDCED267-E505-4D22-B66B-15A11EB2AEAE}" type="parTrans" cxnId="{A4689870-0A1D-475B-958D-A65CDF9DC3F7}">
      <dgm:prSet/>
      <dgm:spPr/>
      <dgm:t>
        <a:bodyPr/>
        <a:lstStyle/>
        <a:p>
          <a:endParaRPr lang="pl-PL"/>
        </a:p>
      </dgm:t>
    </dgm:pt>
    <dgm:pt modelId="{38192863-C4F8-451A-A51B-32E945B83037}" type="sibTrans" cxnId="{A4689870-0A1D-475B-958D-A65CDF9DC3F7}">
      <dgm:prSet/>
      <dgm:spPr/>
      <dgm:t>
        <a:bodyPr/>
        <a:lstStyle/>
        <a:p>
          <a:endParaRPr lang="pl-PL"/>
        </a:p>
      </dgm:t>
    </dgm:pt>
    <dgm:pt modelId="{B6C564F0-A72A-4C58-879E-FF8D1FF2EFD5}">
      <dgm:prSet phldrT="[Tekst]" custT="1"/>
      <dgm:spPr/>
      <dgm:t>
        <a:bodyPr/>
        <a:lstStyle/>
        <a:p>
          <a:r>
            <a:rPr lang="pl-PL" sz="1800" dirty="0" err="1"/>
            <a:t>Aggregated</a:t>
          </a:r>
          <a:r>
            <a:rPr lang="pl-PL" sz="1800" dirty="0"/>
            <a:t> </a:t>
          </a:r>
          <a:r>
            <a:rPr lang="pl-PL" sz="1800" dirty="0" err="1"/>
            <a:t>inter-domain</a:t>
          </a:r>
          <a:r>
            <a:rPr lang="pl-PL" sz="1800" dirty="0"/>
            <a:t> </a:t>
          </a:r>
          <a:r>
            <a:rPr lang="pl-PL" sz="1800" dirty="0" err="1"/>
            <a:t>charge</a:t>
          </a:r>
          <a:r>
            <a:rPr lang="pl-PL" sz="1800" dirty="0"/>
            <a:t> </a:t>
          </a:r>
          <a:r>
            <a:rPr lang="pl-PL" sz="1800" dirty="0" err="1"/>
            <a:t>flow</a:t>
          </a:r>
          <a:endParaRPr lang="pl-PL" sz="1800" dirty="0"/>
        </a:p>
      </dgm:t>
    </dgm:pt>
    <dgm:pt modelId="{C913BDA7-CDC5-4E2A-9605-7F0639AF39B9}" type="parTrans" cxnId="{09DBB8C0-9A77-4D56-BD16-D9EBE45B20DA}">
      <dgm:prSet/>
      <dgm:spPr/>
      <dgm:t>
        <a:bodyPr/>
        <a:lstStyle/>
        <a:p>
          <a:endParaRPr lang="pl-PL"/>
        </a:p>
      </dgm:t>
    </dgm:pt>
    <dgm:pt modelId="{0FD4A282-4E6F-440C-A36F-9FA6DE4C9AB3}" type="sibTrans" cxnId="{09DBB8C0-9A77-4D56-BD16-D9EBE45B20DA}">
      <dgm:prSet/>
      <dgm:spPr/>
      <dgm:t>
        <a:bodyPr/>
        <a:lstStyle/>
        <a:p>
          <a:endParaRPr lang="pl-PL"/>
        </a:p>
      </dgm:t>
    </dgm:pt>
    <dgm:pt modelId="{9CDA1C14-2A97-4823-ADD9-955C846C6D3E}">
      <dgm:prSet phldrT="[Tekst]" phldr="0" custT="1"/>
      <dgm:spPr/>
      <dgm:t>
        <a:bodyPr/>
        <a:lstStyle/>
        <a:p>
          <a:r>
            <a:rPr lang="pl-PL" sz="1800" dirty="0" err="1"/>
            <a:t>Each</a:t>
          </a:r>
          <a:r>
            <a:rPr lang="pl-PL" sz="1800" dirty="0"/>
            <a:t> atom </a:t>
          </a:r>
          <a:r>
            <a:rPr lang="pl-PL" sz="1800" dirty="0" err="1"/>
            <a:t>is</a:t>
          </a:r>
          <a:r>
            <a:rPr lang="pl-PL" sz="1800" dirty="0"/>
            <a:t> </a:t>
          </a:r>
          <a:r>
            <a:rPr lang="pl-PL" sz="1800" dirty="0" err="1"/>
            <a:t>assigned</a:t>
          </a:r>
          <a:r>
            <a:rPr lang="pl-PL" sz="1800" dirty="0"/>
            <a:t> to a </a:t>
          </a:r>
          <a:r>
            <a:rPr lang="pl-PL" sz="1800" dirty="0" err="1"/>
            <a:t>domain</a:t>
          </a:r>
          <a:endParaRPr lang="pl-PL" sz="1800" dirty="0"/>
        </a:p>
      </dgm:t>
    </dgm:pt>
    <dgm:pt modelId="{97AEED7D-871C-460F-929B-37B24CA0FFA7}" type="parTrans" cxnId="{CE952779-FBB4-4FA3-9BFD-EEF2F1CBAED5}">
      <dgm:prSet/>
      <dgm:spPr/>
      <dgm:t>
        <a:bodyPr/>
        <a:lstStyle/>
        <a:p>
          <a:endParaRPr lang="pl-PL"/>
        </a:p>
      </dgm:t>
    </dgm:pt>
    <dgm:pt modelId="{497CD148-51FF-4226-B63C-7EEBBB48C994}" type="sibTrans" cxnId="{CE952779-FBB4-4FA3-9BFD-EEF2F1CBAED5}">
      <dgm:prSet/>
      <dgm:spPr/>
      <dgm:t>
        <a:bodyPr/>
        <a:lstStyle/>
        <a:p>
          <a:endParaRPr lang="pl-PL"/>
        </a:p>
      </dgm:t>
    </dgm:pt>
    <dgm:pt modelId="{21A4FA4B-B0BF-4CB3-B209-7B67DF518482}">
      <dgm:prSet phldrT="[Tekst]" custT="1"/>
      <dgm:spPr/>
      <dgm:t>
        <a:bodyPr/>
        <a:lstStyle/>
        <a:p>
          <a:endParaRPr lang="pl-PL" sz="1800" dirty="0"/>
        </a:p>
      </dgm:t>
    </dgm:pt>
    <dgm:pt modelId="{E76D4ECE-6C3D-413F-8CB2-CC1BC4CEDAB4}" type="parTrans" cxnId="{5C48E835-A02D-4188-A276-E52527376290}">
      <dgm:prSet/>
      <dgm:spPr/>
      <dgm:t>
        <a:bodyPr/>
        <a:lstStyle/>
        <a:p>
          <a:endParaRPr lang="pl-PL"/>
        </a:p>
      </dgm:t>
    </dgm:pt>
    <dgm:pt modelId="{B7736FD8-6E29-4621-B642-2153D950E64D}" type="sibTrans" cxnId="{5C48E835-A02D-4188-A276-E52527376290}">
      <dgm:prSet/>
      <dgm:spPr/>
      <dgm:t>
        <a:bodyPr/>
        <a:lstStyle/>
        <a:p>
          <a:endParaRPr lang="pl-PL"/>
        </a:p>
      </dgm:t>
    </dgm:pt>
    <dgm:pt modelId="{50BE84E7-ED05-4ADC-998B-DA12E49CC55C}" type="pres">
      <dgm:prSet presAssocID="{FF8F813D-FDE6-419E-A24B-C4EDC46EA32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1A24A9E-A878-4C90-9FD8-AEBF8A075EDD}" type="pres">
      <dgm:prSet presAssocID="{FF8F813D-FDE6-419E-A24B-C4EDC46EA328}" presName="children" presStyleCnt="0"/>
      <dgm:spPr/>
    </dgm:pt>
    <dgm:pt modelId="{D2815CBE-9999-440F-AB70-AAC71895B202}" type="pres">
      <dgm:prSet presAssocID="{FF8F813D-FDE6-419E-A24B-C4EDC46EA328}" presName="child1group" presStyleCnt="0"/>
      <dgm:spPr/>
    </dgm:pt>
    <dgm:pt modelId="{C694E789-0879-4476-A9BC-6B7C58279647}" type="pres">
      <dgm:prSet presAssocID="{FF8F813D-FDE6-419E-A24B-C4EDC46EA328}" presName="child1" presStyleLbl="bgAcc1" presStyleIdx="0" presStyleCnt="4"/>
      <dgm:spPr/>
    </dgm:pt>
    <dgm:pt modelId="{036235BA-26AA-4986-BC98-E0FD094355D4}" type="pres">
      <dgm:prSet presAssocID="{FF8F813D-FDE6-419E-A24B-C4EDC46EA328}" presName="child1Text" presStyleLbl="bgAcc1" presStyleIdx="0" presStyleCnt="4">
        <dgm:presLayoutVars>
          <dgm:bulletEnabled val="1"/>
        </dgm:presLayoutVars>
      </dgm:prSet>
      <dgm:spPr/>
    </dgm:pt>
    <dgm:pt modelId="{240CB46A-1A6F-4C25-A11B-7BF5809F3A34}" type="pres">
      <dgm:prSet presAssocID="{FF8F813D-FDE6-419E-A24B-C4EDC46EA328}" presName="child2group" presStyleCnt="0"/>
      <dgm:spPr/>
    </dgm:pt>
    <dgm:pt modelId="{ACAA3EAF-57F8-428E-8BF8-DE5676501117}" type="pres">
      <dgm:prSet presAssocID="{FF8F813D-FDE6-419E-A24B-C4EDC46EA328}" presName="child2" presStyleLbl="bgAcc1" presStyleIdx="1" presStyleCnt="4" custLinFactNeighborX="20050"/>
      <dgm:spPr/>
    </dgm:pt>
    <dgm:pt modelId="{1B8E4DB7-3916-45FE-97ED-A80D2A113CB3}" type="pres">
      <dgm:prSet presAssocID="{FF8F813D-FDE6-419E-A24B-C4EDC46EA328}" presName="child2Text" presStyleLbl="bgAcc1" presStyleIdx="1" presStyleCnt="4">
        <dgm:presLayoutVars>
          <dgm:bulletEnabled val="1"/>
        </dgm:presLayoutVars>
      </dgm:prSet>
      <dgm:spPr/>
    </dgm:pt>
    <dgm:pt modelId="{2A283841-A26C-4531-87CA-350F20D9036F}" type="pres">
      <dgm:prSet presAssocID="{FF8F813D-FDE6-419E-A24B-C4EDC46EA328}" presName="child3group" presStyleCnt="0"/>
      <dgm:spPr/>
    </dgm:pt>
    <dgm:pt modelId="{27817702-DC34-46A5-B1B6-7B7E490AB2EE}" type="pres">
      <dgm:prSet presAssocID="{FF8F813D-FDE6-419E-A24B-C4EDC46EA328}" presName="child3" presStyleLbl="bgAcc1" presStyleIdx="2" presStyleCnt="4" custLinFactNeighborX="22040" custLinFactNeighborY="1024"/>
      <dgm:spPr/>
    </dgm:pt>
    <dgm:pt modelId="{FB589758-0D85-4AA6-ABAC-94C5EB401C78}" type="pres">
      <dgm:prSet presAssocID="{FF8F813D-FDE6-419E-A24B-C4EDC46EA328}" presName="child3Text" presStyleLbl="bgAcc1" presStyleIdx="2" presStyleCnt="4">
        <dgm:presLayoutVars>
          <dgm:bulletEnabled val="1"/>
        </dgm:presLayoutVars>
      </dgm:prSet>
      <dgm:spPr/>
    </dgm:pt>
    <dgm:pt modelId="{0822FB20-7A47-4CA0-8901-CDDBA4159DE6}" type="pres">
      <dgm:prSet presAssocID="{FF8F813D-FDE6-419E-A24B-C4EDC46EA328}" presName="child4group" presStyleCnt="0"/>
      <dgm:spPr/>
    </dgm:pt>
    <dgm:pt modelId="{B36A4FEF-2BCD-4448-8A3B-E08248F8065A}" type="pres">
      <dgm:prSet presAssocID="{FF8F813D-FDE6-419E-A24B-C4EDC46EA328}" presName="child4" presStyleLbl="bgAcc1" presStyleIdx="3" presStyleCnt="4"/>
      <dgm:spPr/>
    </dgm:pt>
    <dgm:pt modelId="{F13C9E65-6399-4A16-9718-AB5AD3FC27B3}" type="pres">
      <dgm:prSet presAssocID="{FF8F813D-FDE6-419E-A24B-C4EDC46EA328}" presName="child4Text" presStyleLbl="bgAcc1" presStyleIdx="3" presStyleCnt="4">
        <dgm:presLayoutVars>
          <dgm:bulletEnabled val="1"/>
        </dgm:presLayoutVars>
      </dgm:prSet>
      <dgm:spPr/>
    </dgm:pt>
    <dgm:pt modelId="{908F97C8-A6B0-41A7-BE9C-6CF9E0879CE5}" type="pres">
      <dgm:prSet presAssocID="{FF8F813D-FDE6-419E-A24B-C4EDC46EA328}" presName="childPlaceholder" presStyleCnt="0"/>
      <dgm:spPr/>
    </dgm:pt>
    <dgm:pt modelId="{3A8A756F-3DCF-4A48-BFC4-DA25B10D4230}" type="pres">
      <dgm:prSet presAssocID="{FF8F813D-FDE6-419E-A24B-C4EDC46EA328}" presName="circle" presStyleCnt="0"/>
      <dgm:spPr/>
    </dgm:pt>
    <dgm:pt modelId="{9B4347A1-FE41-4E1E-9FFF-8F45FBD60E60}" type="pres">
      <dgm:prSet presAssocID="{FF8F813D-FDE6-419E-A24B-C4EDC46EA328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F7D2C1D7-E6AA-4B62-87EE-F3663F6B6B1D}" type="pres">
      <dgm:prSet presAssocID="{FF8F813D-FDE6-419E-A24B-C4EDC46EA328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50735DFA-9AB7-47AC-AFEF-CF4B989B084E}" type="pres">
      <dgm:prSet presAssocID="{FF8F813D-FDE6-419E-A24B-C4EDC46EA328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D2C4D253-FB6E-4131-8310-2F90A3F57A3E}" type="pres">
      <dgm:prSet presAssocID="{FF8F813D-FDE6-419E-A24B-C4EDC46EA328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BE64386A-5B06-4AEF-AD20-2F028D53DC98}" type="pres">
      <dgm:prSet presAssocID="{FF8F813D-FDE6-419E-A24B-C4EDC46EA328}" presName="quadrantPlaceholder" presStyleCnt="0"/>
      <dgm:spPr/>
    </dgm:pt>
    <dgm:pt modelId="{034B77D9-717A-4C6E-995B-0985F7273FF3}" type="pres">
      <dgm:prSet presAssocID="{FF8F813D-FDE6-419E-A24B-C4EDC46EA328}" presName="center1" presStyleLbl="fgShp" presStyleIdx="0" presStyleCnt="2" custAng="0"/>
      <dgm:spPr/>
    </dgm:pt>
    <dgm:pt modelId="{F47BEB4D-CBC0-4C0A-A979-F0F23BC822E3}" type="pres">
      <dgm:prSet presAssocID="{FF8F813D-FDE6-419E-A24B-C4EDC46EA328}" presName="center2" presStyleLbl="fgShp" presStyleIdx="1" presStyleCnt="2"/>
      <dgm:spPr/>
    </dgm:pt>
  </dgm:ptLst>
  <dgm:cxnLst>
    <dgm:cxn modelId="{FA807200-E50B-4E46-8B5D-CE9CB8777AA5}" type="presOf" srcId="{9CDA1C14-2A97-4823-ADD9-955C846C6D3E}" destId="{036235BA-26AA-4986-BC98-E0FD094355D4}" srcOrd="1" destOrd="1" presId="urn:microsoft.com/office/officeart/2005/8/layout/cycle4"/>
    <dgm:cxn modelId="{53D83C01-EBBA-451D-BF7D-63D113963DC1}" type="presOf" srcId="{B6C564F0-A72A-4C58-879E-FF8D1FF2EFD5}" destId="{B36A4FEF-2BCD-4448-8A3B-E08248F8065A}" srcOrd="0" destOrd="0" presId="urn:microsoft.com/office/officeart/2005/8/layout/cycle4"/>
    <dgm:cxn modelId="{6431FD0D-8DA9-445C-B0C9-CF57A6A84059}" type="presOf" srcId="{0967C668-7529-4085-8EA8-F767C3E76D49}" destId="{ACAA3EAF-57F8-428E-8BF8-DE5676501117}" srcOrd="0" destOrd="0" presId="urn:microsoft.com/office/officeart/2005/8/layout/cycle4"/>
    <dgm:cxn modelId="{1CF8510F-C2F3-4036-8FC6-641C9439BEBC}" type="presOf" srcId="{21A4FA4B-B0BF-4CB3-B209-7B67DF518482}" destId="{B36A4FEF-2BCD-4448-8A3B-E08248F8065A}" srcOrd="0" destOrd="1" presId="urn:microsoft.com/office/officeart/2005/8/layout/cycle4"/>
    <dgm:cxn modelId="{C7FA0812-7605-4343-8CC6-283F30F5F453}" type="presOf" srcId="{092B6DB1-D4F8-4999-9A94-CD73C4EE12B3}" destId="{9B4347A1-FE41-4E1E-9FFF-8F45FBD60E60}" srcOrd="0" destOrd="0" presId="urn:microsoft.com/office/officeart/2005/8/layout/cycle4"/>
    <dgm:cxn modelId="{91598A15-681A-4187-BA4E-4A372D002448}" type="presOf" srcId="{B6C564F0-A72A-4C58-879E-FF8D1FF2EFD5}" destId="{F13C9E65-6399-4A16-9718-AB5AD3FC27B3}" srcOrd="1" destOrd="0" presId="urn:microsoft.com/office/officeart/2005/8/layout/cycle4"/>
    <dgm:cxn modelId="{2C46251E-642A-4087-BDEA-B43C812BD2CB}" type="presOf" srcId="{117DA313-3F8C-4117-BC59-DCD1D33F68F2}" destId="{27817702-DC34-46A5-B1B6-7B7E490AB2EE}" srcOrd="0" destOrd="0" presId="urn:microsoft.com/office/officeart/2005/8/layout/cycle4"/>
    <dgm:cxn modelId="{B7AB2135-D590-480D-8827-0651450344C6}" srcId="{FF8F813D-FDE6-419E-A24B-C4EDC46EA328}" destId="{B2ED0755-328E-436D-B550-7EA3AAFB5568}" srcOrd="1" destOrd="0" parTransId="{C46DAD09-26B3-46F1-B9D7-734549F082EA}" sibTransId="{9863EC72-450C-43AB-AEAF-51A6442D1BEA}"/>
    <dgm:cxn modelId="{40209A35-45C7-4E8B-B691-ADAEEED6C06E}" srcId="{F97E6FE2-8FC7-4D23-95DC-2394209048B0}" destId="{117DA313-3F8C-4117-BC59-DCD1D33F68F2}" srcOrd="0" destOrd="0" parTransId="{46783032-C815-4389-9E70-7BA53F8221D0}" sibTransId="{B610911A-5A97-4749-A7C6-4DB8B38C08CA}"/>
    <dgm:cxn modelId="{5C48E835-A02D-4188-A276-E52527376290}" srcId="{36DE6833-674A-47E1-A8AB-9F3F2C34902F}" destId="{21A4FA4B-B0BF-4CB3-B209-7B67DF518482}" srcOrd="1" destOrd="0" parTransId="{E76D4ECE-6C3D-413F-8CB2-CC1BC4CEDAB4}" sibTransId="{B7736FD8-6E29-4621-B642-2153D950E64D}"/>
    <dgm:cxn modelId="{AA409F3B-BD82-4AAC-AEBD-DC6045A037CA}" type="presOf" srcId="{117DA313-3F8C-4117-BC59-DCD1D33F68F2}" destId="{FB589758-0D85-4AA6-ABAC-94C5EB401C78}" srcOrd="1" destOrd="0" presId="urn:microsoft.com/office/officeart/2005/8/layout/cycle4"/>
    <dgm:cxn modelId="{8979725B-A6DE-4F13-9FC7-CDA2F7AE5EF2}" type="presOf" srcId="{36DE6833-674A-47E1-A8AB-9F3F2C34902F}" destId="{D2C4D253-FB6E-4131-8310-2F90A3F57A3E}" srcOrd="0" destOrd="0" presId="urn:microsoft.com/office/officeart/2005/8/layout/cycle4"/>
    <dgm:cxn modelId="{3CBB3C66-F1C8-4863-905E-7036265C57B9}" type="presOf" srcId="{F97E6FE2-8FC7-4D23-95DC-2394209048B0}" destId="{50735DFA-9AB7-47AC-AFEF-CF4B989B084E}" srcOrd="0" destOrd="0" presId="urn:microsoft.com/office/officeart/2005/8/layout/cycle4"/>
    <dgm:cxn modelId="{9D2B764F-6E5B-4C28-B301-731CC3F491B6}" type="presOf" srcId="{98734175-AA5D-4134-9D8F-26FC7E3F98A9}" destId="{C694E789-0879-4476-A9BC-6B7C58279647}" srcOrd="0" destOrd="0" presId="urn:microsoft.com/office/officeart/2005/8/layout/cycle4"/>
    <dgm:cxn modelId="{DF84966F-1FF6-4225-9D9F-34A7CB3659D7}" type="presOf" srcId="{B2ED0755-328E-436D-B550-7EA3AAFB5568}" destId="{F7D2C1D7-E6AA-4B62-87EE-F3663F6B6B1D}" srcOrd="0" destOrd="0" presId="urn:microsoft.com/office/officeart/2005/8/layout/cycle4"/>
    <dgm:cxn modelId="{A4689870-0A1D-475B-958D-A65CDF9DC3F7}" srcId="{FF8F813D-FDE6-419E-A24B-C4EDC46EA328}" destId="{36DE6833-674A-47E1-A8AB-9F3F2C34902F}" srcOrd="3" destOrd="0" parTransId="{CDCED267-E505-4D22-B66B-15A11EB2AEAE}" sibTransId="{38192863-C4F8-451A-A51B-32E945B83037}"/>
    <dgm:cxn modelId="{CE952779-FBB4-4FA3-9BFD-EEF2F1CBAED5}" srcId="{092B6DB1-D4F8-4999-9A94-CD73C4EE12B3}" destId="{9CDA1C14-2A97-4823-ADD9-955C846C6D3E}" srcOrd="1" destOrd="0" parTransId="{97AEED7D-871C-460F-929B-37B24CA0FFA7}" sibTransId="{497CD148-51FF-4226-B63C-7EEBBB48C994}"/>
    <dgm:cxn modelId="{37281D9A-07CF-424A-B1E7-4A5B624B37FD}" srcId="{FF8F813D-FDE6-419E-A24B-C4EDC46EA328}" destId="{092B6DB1-D4F8-4999-9A94-CD73C4EE12B3}" srcOrd="0" destOrd="0" parTransId="{6E14A793-0DE7-4B75-ADC5-1A3CC69111F3}" sibTransId="{A2254D37-13D1-421A-92D6-1CEC33E7A7BB}"/>
    <dgm:cxn modelId="{AFB0509D-2257-4B59-873E-6DCF69A05FB5}" srcId="{B2ED0755-328E-436D-B550-7EA3AAFB5568}" destId="{0967C668-7529-4085-8EA8-F767C3E76D49}" srcOrd="0" destOrd="0" parTransId="{E81AA5FE-CCC7-4FAE-875A-6CB4A33D9F2E}" sibTransId="{CC815F75-9AD5-4765-A38F-42E8E0BA67DB}"/>
    <dgm:cxn modelId="{09DBB8C0-9A77-4D56-BD16-D9EBE45B20DA}" srcId="{36DE6833-674A-47E1-A8AB-9F3F2C34902F}" destId="{B6C564F0-A72A-4C58-879E-FF8D1FF2EFD5}" srcOrd="0" destOrd="0" parTransId="{C913BDA7-CDC5-4E2A-9605-7F0639AF39B9}" sibTransId="{0FD4A282-4E6F-440C-A36F-9FA6DE4C9AB3}"/>
    <dgm:cxn modelId="{A1EF09DE-8FDB-467D-8E0A-B650A0ABCDF0}" type="presOf" srcId="{98734175-AA5D-4134-9D8F-26FC7E3F98A9}" destId="{036235BA-26AA-4986-BC98-E0FD094355D4}" srcOrd="1" destOrd="0" presId="urn:microsoft.com/office/officeart/2005/8/layout/cycle4"/>
    <dgm:cxn modelId="{911D7CEB-B3A8-4792-B0BB-E939EFEB0822}" srcId="{FF8F813D-FDE6-419E-A24B-C4EDC46EA328}" destId="{F97E6FE2-8FC7-4D23-95DC-2394209048B0}" srcOrd="2" destOrd="0" parTransId="{617A3DA7-409B-4C06-A3DE-A58C204D8179}" sibTransId="{8C2CA730-C20F-4560-8CC7-B2ED31F9BC15}"/>
    <dgm:cxn modelId="{403339F6-1FA6-4430-9210-18063DC3CD28}" type="presOf" srcId="{0967C668-7529-4085-8EA8-F767C3E76D49}" destId="{1B8E4DB7-3916-45FE-97ED-A80D2A113CB3}" srcOrd="1" destOrd="0" presId="urn:microsoft.com/office/officeart/2005/8/layout/cycle4"/>
    <dgm:cxn modelId="{558095F7-6AAB-4D18-92C9-3AD696C8E2D9}" type="presOf" srcId="{FF8F813D-FDE6-419E-A24B-C4EDC46EA328}" destId="{50BE84E7-ED05-4ADC-998B-DA12E49CC55C}" srcOrd="0" destOrd="0" presId="urn:microsoft.com/office/officeart/2005/8/layout/cycle4"/>
    <dgm:cxn modelId="{B90C26FE-0BA2-43BC-9BDC-B5F409EF5786}" type="presOf" srcId="{21A4FA4B-B0BF-4CB3-B209-7B67DF518482}" destId="{F13C9E65-6399-4A16-9718-AB5AD3FC27B3}" srcOrd="1" destOrd="1" presId="urn:microsoft.com/office/officeart/2005/8/layout/cycle4"/>
    <dgm:cxn modelId="{60DB95FE-A42F-408C-A51D-F049A1B920B9}" srcId="{092B6DB1-D4F8-4999-9A94-CD73C4EE12B3}" destId="{98734175-AA5D-4134-9D8F-26FC7E3F98A9}" srcOrd="0" destOrd="0" parTransId="{63963C43-FE83-4989-963D-30C34497ECA2}" sibTransId="{70BD5572-2D77-4C54-8DCD-36B6BB2FA0A1}"/>
    <dgm:cxn modelId="{054184FF-8926-453F-B9B7-F4B7CAFAF824}" type="presOf" srcId="{9CDA1C14-2A97-4823-ADD9-955C846C6D3E}" destId="{C694E789-0879-4476-A9BC-6B7C58279647}" srcOrd="0" destOrd="1" presId="urn:microsoft.com/office/officeart/2005/8/layout/cycle4"/>
    <dgm:cxn modelId="{C69A1005-F5CB-4FB6-A879-C01CFC994782}" type="presParOf" srcId="{50BE84E7-ED05-4ADC-998B-DA12E49CC55C}" destId="{A1A24A9E-A878-4C90-9FD8-AEBF8A075EDD}" srcOrd="0" destOrd="0" presId="urn:microsoft.com/office/officeart/2005/8/layout/cycle4"/>
    <dgm:cxn modelId="{0AD77795-F9C4-44F2-886F-5F7EFFBBE7C7}" type="presParOf" srcId="{A1A24A9E-A878-4C90-9FD8-AEBF8A075EDD}" destId="{D2815CBE-9999-440F-AB70-AAC71895B202}" srcOrd="0" destOrd="0" presId="urn:microsoft.com/office/officeart/2005/8/layout/cycle4"/>
    <dgm:cxn modelId="{2EA6F718-91B2-429B-9E86-A482C2997616}" type="presParOf" srcId="{D2815CBE-9999-440F-AB70-AAC71895B202}" destId="{C694E789-0879-4476-A9BC-6B7C58279647}" srcOrd="0" destOrd="0" presId="urn:microsoft.com/office/officeart/2005/8/layout/cycle4"/>
    <dgm:cxn modelId="{7C2C128C-6006-450D-8A75-DAC40EC9C450}" type="presParOf" srcId="{D2815CBE-9999-440F-AB70-AAC71895B202}" destId="{036235BA-26AA-4986-BC98-E0FD094355D4}" srcOrd="1" destOrd="0" presId="urn:microsoft.com/office/officeart/2005/8/layout/cycle4"/>
    <dgm:cxn modelId="{F58576F6-AD87-4EEF-94A4-315B13DCB8F1}" type="presParOf" srcId="{A1A24A9E-A878-4C90-9FD8-AEBF8A075EDD}" destId="{240CB46A-1A6F-4C25-A11B-7BF5809F3A34}" srcOrd="1" destOrd="0" presId="urn:microsoft.com/office/officeart/2005/8/layout/cycle4"/>
    <dgm:cxn modelId="{992D5E26-039C-4229-9E2D-9E7EB2999609}" type="presParOf" srcId="{240CB46A-1A6F-4C25-A11B-7BF5809F3A34}" destId="{ACAA3EAF-57F8-428E-8BF8-DE5676501117}" srcOrd="0" destOrd="0" presId="urn:microsoft.com/office/officeart/2005/8/layout/cycle4"/>
    <dgm:cxn modelId="{DAAD6CE9-8651-436B-855F-1A565427A31F}" type="presParOf" srcId="{240CB46A-1A6F-4C25-A11B-7BF5809F3A34}" destId="{1B8E4DB7-3916-45FE-97ED-A80D2A113CB3}" srcOrd="1" destOrd="0" presId="urn:microsoft.com/office/officeart/2005/8/layout/cycle4"/>
    <dgm:cxn modelId="{C811B56F-182A-486D-BDD7-8F05335D880C}" type="presParOf" srcId="{A1A24A9E-A878-4C90-9FD8-AEBF8A075EDD}" destId="{2A283841-A26C-4531-87CA-350F20D9036F}" srcOrd="2" destOrd="0" presId="urn:microsoft.com/office/officeart/2005/8/layout/cycle4"/>
    <dgm:cxn modelId="{A28245F0-B73E-4D77-A690-1DB714625DCF}" type="presParOf" srcId="{2A283841-A26C-4531-87CA-350F20D9036F}" destId="{27817702-DC34-46A5-B1B6-7B7E490AB2EE}" srcOrd="0" destOrd="0" presId="urn:microsoft.com/office/officeart/2005/8/layout/cycle4"/>
    <dgm:cxn modelId="{09E480AA-52AA-419B-8DCB-5B0874E84878}" type="presParOf" srcId="{2A283841-A26C-4531-87CA-350F20D9036F}" destId="{FB589758-0D85-4AA6-ABAC-94C5EB401C78}" srcOrd="1" destOrd="0" presId="urn:microsoft.com/office/officeart/2005/8/layout/cycle4"/>
    <dgm:cxn modelId="{8176F954-4245-47A8-B9B8-A567EC64D420}" type="presParOf" srcId="{A1A24A9E-A878-4C90-9FD8-AEBF8A075EDD}" destId="{0822FB20-7A47-4CA0-8901-CDDBA4159DE6}" srcOrd="3" destOrd="0" presId="urn:microsoft.com/office/officeart/2005/8/layout/cycle4"/>
    <dgm:cxn modelId="{01A4FBD4-45CA-4424-9E31-8A4EA7789CE1}" type="presParOf" srcId="{0822FB20-7A47-4CA0-8901-CDDBA4159DE6}" destId="{B36A4FEF-2BCD-4448-8A3B-E08248F8065A}" srcOrd="0" destOrd="0" presId="urn:microsoft.com/office/officeart/2005/8/layout/cycle4"/>
    <dgm:cxn modelId="{871B3F2B-0E5F-431C-9D5E-397CC04625AC}" type="presParOf" srcId="{0822FB20-7A47-4CA0-8901-CDDBA4159DE6}" destId="{F13C9E65-6399-4A16-9718-AB5AD3FC27B3}" srcOrd="1" destOrd="0" presId="urn:microsoft.com/office/officeart/2005/8/layout/cycle4"/>
    <dgm:cxn modelId="{A909F596-2403-47E2-9D22-000BE1226166}" type="presParOf" srcId="{A1A24A9E-A878-4C90-9FD8-AEBF8A075EDD}" destId="{908F97C8-A6B0-41A7-BE9C-6CF9E0879CE5}" srcOrd="4" destOrd="0" presId="urn:microsoft.com/office/officeart/2005/8/layout/cycle4"/>
    <dgm:cxn modelId="{10CF6316-C176-45EE-90EB-05B6F7D55846}" type="presParOf" srcId="{50BE84E7-ED05-4ADC-998B-DA12E49CC55C}" destId="{3A8A756F-3DCF-4A48-BFC4-DA25B10D4230}" srcOrd="1" destOrd="0" presId="urn:microsoft.com/office/officeart/2005/8/layout/cycle4"/>
    <dgm:cxn modelId="{17079F60-F9D2-49BB-B92F-8A17694B89AD}" type="presParOf" srcId="{3A8A756F-3DCF-4A48-BFC4-DA25B10D4230}" destId="{9B4347A1-FE41-4E1E-9FFF-8F45FBD60E60}" srcOrd="0" destOrd="0" presId="urn:microsoft.com/office/officeart/2005/8/layout/cycle4"/>
    <dgm:cxn modelId="{0FB2C3E8-8212-49B0-8123-4ED8BA36D4C9}" type="presParOf" srcId="{3A8A756F-3DCF-4A48-BFC4-DA25B10D4230}" destId="{F7D2C1D7-E6AA-4B62-87EE-F3663F6B6B1D}" srcOrd="1" destOrd="0" presId="urn:microsoft.com/office/officeart/2005/8/layout/cycle4"/>
    <dgm:cxn modelId="{548BF11B-C8F3-4FBE-B451-004F29E7D7D2}" type="presParOf" srcId="{3A8A756F-3DCF-4A48-BFC4-DA25B10D4230}" destId="{50735DFA-9AB7-47AC-AFEF-CF4B989B084E}" srcOrd="2" destOrd="0" presId="urn:microsoft.com/office/officeart/2005/8/layout/cycle4"/>
    <dgm:cxn modelId="{03782DF7-7A19-4969-9244-F1E5377BDA20}" type="presParOf" srcId="{3A8A756F-3DCF-4A48-BFC4-DA25B10D4230}" destId="{D2C4D253-FB6E-4131-8310-2F90A3F57A3E}" srcOrd="3" destOrd="0" presId="urn:microsoft.com/office/officeart/2005/8/layout/cycle4"/>
    <dgm:cxn modelId="{0325D100-2021-4109-B673-046E4006F46E}" type="presParOf" srcId="{3A8A756F-3DCF-4A48-BFC4-DA25B10D4230}" destId="{BE64386A-5B06-4AEF-AD20-2F028D53DC98}" srcOrd="4" destOrd="0" presId="urn:microsoft.com/office/officeart/2005/8/layout/cycle4"/>
    <dgm:cxn modelId="{FD63F2FB-A972-4C41-BDC5-68E915003914}" type="presParOf" srcId="{50BE84E7-ED05-4ADC-998B-DA12E49CC55C}" destId="{034B77D9-717A-4C6E-995B-0985F7273FF3}" srcOrd="2" destOrd="0" presId="urn:microsoft.com/office/officeart/2005/8/layout/cycle4"/>
    <dgm:cxn modelId="{7B107F54-B7FD-4F88-95EA-7DB389106B9A}" type="presParOf" srcId="{50BE84E7-ED05-4ADC-998B-DA12E49CC55C}" destId="{F47BEB4D-CBC0-4C0A-A979-F0F23BC822E3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8F813D-FDE6-419E-A24B-C4EDC46EA328}" type="doc">
      <dgm:prSet loTypeId="urn:microsoft.com/office/officeart/2005/8/layout/cycle4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l-PL"/>
        </a:p>
      </dgm:t>
    </dgm:pt>
    <dgm:pt modelId="{092B6DB1-D4F8-4999-9A94-CD73C4EE12B3}">
      <dgm:prSet phldrT="[Tekst]" phldr="0" custT="1"/>
      <dgm:spPr/>
      <dgm:t>
        <a:bodyPr/>
        <a:lstStyle/>
        <a:p>
          <a:r>
            <a:rPr lang="pl-PL" sz="1900" dirty="0"/>
            <a:t>User-</a:t>
          </a:r>
          <a:r>
            <a:rPr lang="pl-PL" sz="1900" dirty="0" err="1"/>
            <a:t>defined</a:t>
          </a:r>
          <a:r>
            <a:rPr lang="pl-PL" sz="1900" dirty="0"/>
            <a:t> </a:t>
          </a:r>
          <a:r>
            <a:rPr lang="pl-PL" sz="1900" dirty="0" err="1"/>
            <a:t>domains</a:t>
          </a:r>
          <a:r>
            <a:rPr lang="pl-PL" sz="1900" dirty="0"/>
            <a:t> (</a:t>
          </a:r>
          <a:r>
            <a:rPr lang="pl-PL" sz="1900" dirty="0" err="1"/>
            <a:t>DomainSpec</a:t>
          </a:r>
          <a:r>
            <a:rPr lang="pl-PL" sz="1900" dirty="0"/>
            <a:t>)</a:t>
          </a:r>
        </a:p>
      </dgm:t>
    </dgm:pt>
    <dgm:pt modelId="{6E14A793-0DE7-4B75-ADC5-1A3CC69111F3}" type="parTrans" cxnId="{37281D9A-07CF-424A-B1E7-4A5B624B37FD}">
      <dgm:prSet/>
      <dgm:spPr/>
      <dgm:t>
        <a:bodyPr/>
        <a:lstStyle/>
        <a:p>
          <a:endParaRPr lang="pl-PL"/>
        </a:p>
      </dgm:t>
    </dgm:pt>
    <dgm:pt modelId="{A2254D37-13D1-421A-92D6-1CEC33E7A7BB}" type="sibTrans" cxnId="{37281D9A-07CF-424A-B1E7-4A5B624B37FD}">
      <dgm:prSet/>
      <dgm:spPr/>
      <dgm:t>
        <a:bodyPr/>
        <a:lstStyle/>
        <a:p>
          <a:endParaRPr lang="pl-PL"/>
        </a:p>
      </dgm:t>
    </dgm:pt>
    <dgm:pt modelId="{98734175-AA5D-4134-9D8F-26FC7E3F98A9}">
      <dgm:prSet phldrT="[Tekst]" phldr="0" custT="1"/>
      <dgm:spPr/>
      <dgm:t>
        <a:bodyPr/>
        <a:lstStyle/>
        <a:p>
          <a:r>
            <a:rPr lang="pl-PL" sz="1800" dirty="0"/>
            <a:t>Input d</a:t>
          </a:r>
          <a:r>
            <a:rPr lang="en-US" sz="1800" dirty="0" err="1"/>
            <a:t>efined</a:t>
          </a:r>
          <a:r>
            <a:rPr lang="en-US" sz="1800" dirty="0"/>
            <a:t> by user via GUI or .</a:t>
          </a:r>
          <a:r>
            <a:rPr lang="en-US" sz="1800" dirty="0" err="1"/>
            <a:t>xyz</a:t>
          </a:r>
          <a:r>
            <a:rPr lang="en-US" sz="1800" dirty="0"/>
            <a:t> file</a:t>
          </a:r>
          <a:endParaRPr lang="pl-PL" sz="1800" dirty="0"/>
        </a:p>
      </dgm:t>
    </dgm:pt>
    <dgm:pt modelId="{63963C43-FE83-4989-963D-30C34497ECA2}" type="parTrans" cxnId="{60DB95FE-A42F-408C-A51D-F049A1B920B9}">
      <dgm:prSet/>
      <dgm:spPr/>
      <dgm:t>
        <a:bodyPr/>
        <a:lstStyle/>
        <a:p>
          <a:endParaRPr lang="pl-PL"/>
        </a:p>
      </dgm:t>
    </dgm:pt>
    <dgm:pt modelId="{70BD5572-2D77-4C54-8DCD-36B6BB2FA0A1}" type="sibTrans" cxnId="{60DB95FE-A42F-408C-A51D-F049A1B920B9}">
      <dgm:prSet/>
      <dgm:spPr/>
      <dgm:t>
        <a:bodyPr/>
        <a:lstStyle/>
        <a:p>
          <a:endParaRPr lang="pl-PL"/>
        </a:p>
      </dgm:t>
    </dgm:pt>
    <dgm:pt modelId="{B2ED0755-328E-436D-B550-7EA3AAFB5568}">
      <dgm:prSet phldrT="[Tekst]" phldr="0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pl-PL">
              <a:noFill/>
            </a:rPr>
            <a:t> </a:t>
          </a:r>
        </a:p>
      </dgm:t>
    </dgm:pt>
    <dgm:pt modelId="{C46DAD09-26B3-46F1-B9D7-734549F082EA}" type="parTrans" cxnId="{B7AB2135-D590-480D-8827-0651450344C6}">
      <dgm:prSet/>
      <dgm:spPr/>
      <dgm:t>
        <a:bodyPr/>
        <a:lstStyle/>
        <a:p>
          <a:endParaRPr lang="pl-PL"/>
        </a:p>
      </dgm:t>
    </dgm:pt>
    <dgm:pt modelId="{9863EC72-450C-43AB-AEAF-51A6442D1BEA}" type="sibTrans" cxnId="{B7AB2135-D590-480D-8827-0651450344C6}">
      <dgm:prSet/>
      <dgm:spPr/>
      <dgm:t>
        <a:bodyPr/>
        <a:lstStyle/>
        <a:p>
          <a:endParaRPr lang="pl-PL"/>
        </a:p>
      </dgm:t>
    </dgm:pt>
    <dgm:pt modelId="{0967C668-7529-4085-8EA8-F767C3E76D49}">
      <dgm:prSet phldrT="[Tekst]" custT="1"/>
      <dgm:spPr/>
      <dgm:t>
        <a:bodyPr/>
        <a:lstStyle/>
        <a:p>
          <a:endParaRPr lang="pl-PL" sz="1800" dirty="0"/>
        </a:p>
      </dgm:t>
    </dgm:pt>
    <dgm:pt modelId="{E81AA5FE-CCC7-4FAE-875A-6CB4A33D9F2E}" type="parTrans" cxnId="{AFB0509D-2257-4B59-873E-6DCF69A05FB5}">
      <dgm:prSet/>
      <dgm:spPr/>
      <dgm:t>
        <a:bodyPr/>
        <a:lstStyle/>
        <a:p>
          <a:endParaRPr lang="pl-PL"/>
        </a:p>
      </dgm:t>
    </dgm:pt>
    <dgm:pt modelId="{CC815F75-9AD5-4765-A38F-42E8E0BA67DB}" type="sibTrans" cxnId="{AFB0509D-2257-4B59-873E-6DCF69A05FB5}">
      <dgm:prSet/>
      <dgm:spPr/>
      <dgm:t>
        <a:bodyPr/>
        <a:lstStyle/>
        <a:p>
          <a:endParaRPr lang="pl-PL"/>
        </a:p>
      </dgm:t>
    </dgm:pt>
    <dgm:pt modelId="{F97E6FE2-8FC7-4D23-95DC-2394209048B0}">
      <dgm:prSet phldrT="[Tekst]" phldr="0" custT="1"/>
      <dgm:spPr/>
      <dgm:t>
        <a:bodyPr/>
        <a:lstStyle/>
        <a:p>
          <a:endParaRPr lang="pl-PL" sz="1600" dirty="0"/>
        </a:p>
        <a:p>
          <a:endParaRPr lang="pl-PL" sz="1600" dirty="0"/>
        </a:p>
        <a:p>
          <a:endParaRPr lang="pl-PL" sz="2800" dirty="0"/>
        </a:p>
        <a:p>
          <a:r>
            <a:rPr lang="pl-PL" sz="1800" dirty="0"/>
            <a:t>Domain-</a:t>
          </a:r>
          <a:r>
            <a:rPr lang="pl-PL" sz="1800" dirty="0" err="1"/>
            <a:t>weight</a:t>
          </a:r>
          <a:r>
            <a:rPr lang="pl-PL" sz="1800" dirty="0"/>
            <a:t> </a:t>
          </a:r>
          <a:r>
            <a:rPr lang="pl-PL" sz="1800" dirty="0" err="1"/>
            <a:t>computation</a:t>
          </a:r>
          <a:endParaRPr lang="pl-PL" sz="1800" dirty="0"/>
        </a:p>
      </dgm:t>
    </dgm:pt>
    <dgm:pt modelId="{617A3DA7-409B-4C06-A3DE-A58C204D8179}" type="parTrans" cxnId="{911D7CEB-B3A8-4792-B0BB-E939EFEB0822}">
      <dgm:prSet/>
      <dgm:spPr/>
      <dgm:t>
        <a:bodyPr/>
        <a:lstStyle/>
        <a:p>
          <a:endParaRPr lang="pl-PL"/>
        </a:p>
      </dgm:t>
    </dgm:pt>
    <dgm:pt modelId="{8C2CA730-C20F-4560-8CC7-B2ED31F9BC15}" type="sibTrans" cxnId="{911D7CEB-B3A8-4792-B0BB-E939EFEB0822}">
      <dgm:prSet/>
      <dgm:spPr/>
      <dgm:t>
        <a:bodyPr/>
        <a:lstStyle/>
        <a:p>
          <a:endParaRPr lang="pl-PL"/>
        </a:p>
      </dgm:t>
    </dgm:pt>
    <dgm:pt modelId="{117DA313-3F8C-4117-BC59-DCD1D33F68F2}">
      <dgm:prSet phldrT="[Tekst]" phldr="0"/>
      <dgm:spPr/>
      <dgm:t>
        <a:bodyPr/>
        <a:lstStyle/>
        <a:p>
          <a:endParaRPr lang="pl-PL" dirty="0"/>
        </a:p>
      </dgm:t>
    </dgm:pt>
    <dgm:pt modelId="{46783032-C815-4389-9E70-7BA53F8221D0}" type="parTrans" cxnId="{40209A35-45C7-4E8B-B691-ADAEEED6C06E}">
      <dgm:prSet/>
      <dgm:spPr/>
      <dgm:t>
        <a:bodyPr/>
        <a:lstStyle/>
        <a:p>
          <a:endParaRPr lang="pl-PL"/>
        </a:p>
      </dgm:t>
    </dgm:pt>
    <dgm:pt modelId="{B610911A-5A97-4749-A7C6-4DB8B38C08CA}" type="sibTrans" cxnId="{40209A35-45C7-4E8B-B691-ADAEEED6C06E}">
      <dgm:prSet/>
      <dgm:spPr/>
      <dgm:t>
        <a:bodyPr/>
        <a:lstStyle/>
        <a:p>
          <a:endParaRPr lang="pl-PL"/>
        </a:p>
      </dgm:t>
    </dgm:pt>
    <dgm:pt modelId="{36DE6833-674A-47E1-A8AB-9F3F2C34902F}">
      <dgm:prSet phldrT="[Tekst]" phldr="0" custT="1"/>
      <dgm:spPr/>
      <dgm:t>
        <a:bodyPr/>
        <a:lstStyle/>
        <a:p>
          <a:endParaRPr lang="pl-PL" sz="1600" dirty="0"/>
        </a:p>
        <a:p>
          <a:endParaRPr lang="pl-PL" sz="1600" dirty="0"/>
        </a:p>
        <a:p>
          <a:endParaRPr lang="pl-PL" sz="2000" dirty="0"/>
        </a:p>
        <a:p>
          <a:r>
            <a:rPr lang="pl-PL" sz="2000" dirty="0"/>
            <a:t>CT Matrix</a:t>
          </a:r>
        </a:p>
      </dgm:t>
    </dgm:pt>
    <dgm:pt modelId="{CDCED267-E505-4D22-B66B-15A11EB2AEAE}" type="parTrans" cxnId="{A4689870-0A1D-475B-958D-A65CDF9DC3F7}">
      <dgm:prSet/>
      <dgm:spPr/>
      <dgm:t>
        <a:bodyPr/>
        <a:lstStyle/>
        <a:p>
          <a:endParaRPr lang="pl-PL"/>
        </a:p>
      </dgm:t>
    </dgm:pt>
    <dgm:pt modelId="{38192863-C4F8-451A-A51B-32E945B83037}" type="sibTrans" cxnId="{A4689870-0A1D-475B-958D-A65CDF9DC3F7}">
      <dgm:prSet/>
      <dgm:spPr/>
      <dgm:t>
        <a:bodyPr/>
        <a:lstStyle/>
        <a:p>
          <a:endParaRPr lang="pl-PL"/>
        </a:p>
      </dgm:t>
    </dgm:pt>
    <dgm:pt modelId="{B6C564F0-A72A-4C58-879E-FF8D1FF2EFD5}">
      <dgm:prSet phldrT="[Tekst]" custT="1"/>
      <dgm:spPr/>
      <dgm:t>
        <a:bodyPr/>
        <a:lstStyle/>
        <a:p>
          <a:r>
            <a:rPr lang="pl-PL" sz="1800" dirty="0" err="1"/>
            <a:t>Aggregated</a:t>
          </a:r>
          <a:r>
            <a:rPr lang="pl-PL" sz="1800" dirty="0"/>
            <a:t> </a:t>
          </a:r>
          <a:r>
            <a:rPr lang="pl-PL" sz="1800" dirty="0" err="1"/>
            <a:t>inter-domain</a:t>
          </a:r>
          <a:r>
            <a:rPr lang="pl-PL" sz="1800" dirty="0"/>
            <a:t> </a:t>
          </a:r>
          <a:r>
            <a:rPr lang="pl-PL" sz="1800" dirty="0" err="1"/>
            <a:t>charge</a:t>
          </a:r>
          <a:r>
            <a:rPr lang="pl-PL" sz="1800" dirty="0"/>
            <a:t> </a:t>
          </a:r>
          <a:r>
            <a:rPr lang="pl-PL" sz="1800" dirty="0" err="1"/>
            <a:t>flow</a:t>
          </a:r>
          <a:endParaRPr lang="pl-PL" sz="1800" dirty="0"/>
        </a:p>
      </dgm:t>
    </dgm:pt>
    <dgm:pt modelId="{C913BDA7-CDC5-4E2A-9605-7F0639AF39B9}" type="parTrans" cxnId="{09DBB8C0-9A77-4D56-BD16-D9EBE45B20DA}">
      <dgm:prSet/>
      <dgm:spPr/>
      <dgm:t>
        <a:bodyPr/>
        <a:lstStyle/>
        <a:p>
          <a:endParaRPr lang="pl-PL"/>
        </a:p>
      </dgm:t>
    </dgm:pt>
    <dgm:pt modelId="{0FD4A282-4E6F-440C-A36F-9FA6DE4C9AB3}" type="sibTrans" cxnId="{09DBB8C0-9A77-4D56-BD16-D9EBE45B20DA}">
      <dgm:prSet/>
      <dgm:spPr/>
      <dgm:t>
        <a:bodyPr/>
        <a:lstStyle/>
        <a:p>
          <a:endParaRPr lang="pl-PL"/>
        </a:p>
      </dgm:t>
    </dgm:pt>
    <dgm:pt modelId="{9CDA1C14-2A97-4823-ADD9-955C846C6D3E}">
      <dgm:prSet phldrT="[Tekst]" phldr="0" custT="1"/>
      <dgm:spPr/>
      <dgm:t>
        <a:bodyPr/>
        <a:lstStyle/>
        <a:p>
          <a:r>
            <a:rPr lang="pl-PL" sz="1800" dirty="0" err="1"/>
            <a:t>Each</a:t>
          </a:r>
          <a:r>
            <a:rPr lang="pl-PL" sz="1800" dirty="0"/>
            <a:t> atom </a:t>
          </a:r>
          <a:r>
            <a:rPr lang="pl-PL" sz="1800" dirty="0" err="1"/>
            <a:t>is</a:t>
          </a:r>
          <a:r>
            <a:rPr lang="pl-PL" sz="1800" dirty="0"/>
            <a:t> </a:t>
          </a:r>
          <a:r>
            <a:rPr lang="pl-PL" sz="1800" dirty="0" err="1"/>
            <a:t>assigned</a:t>
          </a:r>
          <a:r>
            <a:rPr lang="pl-PL" sz="1800" dirty="0"/>
            <a:t> to a </a:t>
          </a:r>
          <a:r>
            <a:rPr lang="pl-PL" sz="1800" dirty="0" err="1"/>
            <a:t>domain</a:t>
          </a:r>
          <a:endParaRPr lang="pl-PL" sz="1800" dirty="0"/>
        </a:p>
      </dgm:t>
    </dgm:pt>
    <dgm:pt modelId="{97AEED7D-871C-460F-929B-37B24CA0FFA7}" type="parTrans" cxnId="{CE952779-FBB4-4FA3-9BFD-EEF2F1CBAED5}">
      <dgm:prSet/>
      <dgm:spPr/>
      <dgm:t>
        <a:bodyPr/>
        <a:lstStyle/>
        <a:p>
          <a:endParaRPr lang="pl-PL"/>
        </a:p>
      </dgm:t>
    </dgm:pt>
    <dgm:pt modelId="{497CD148-51FF-4226-B63C-7EEBBB48C994}" type="sibTrans" cxnId="{CE952779-FBB4-4FA3-9BFD-EEF2F1CBAED5}">
      <dgm:prSet/>
      <dgm:spPr/>
      <dgm:t>
        <a:bodyPr/>
        <a:lstStyle/>
        <a:p>
          <a:endParaRPr lang="pl-PL"/>
        </a:p>
      </dgm:t>
    </dgm:pt>
    <dgm:pt modelId="{21A4FA4B-B0BF-4CB3-B209-7B67DF518482}">
      <dgm:prSet phldrT="[Tekst]" custT="1"/>
      <dgm:spPr/>
      <dgm:t>
        <a:bodyPr/>
        <a:lstStyle/>
        <a:p>
          <a:endParaRPr lang="pl-PL" sz="1800" dirty="0"/>
        </a:p>
      </dgm:t>
    </dgm:pt>
    <dgm:pt modelId="{E76D4ECE-6C3D-413F-8CB2-CC1BC4CEDAB4}" type="parTrans" cxnId="{5C48E835-A02D-4188-A276-E52527376290}">
      <dgm:prSet/>
      <dgm:spPr/>
      <dgm:t>
        <a:bodyPr/>
        <a:lstStyle/>
        <a:p>
          <a:endParaRPr lang="pl-PL"/>
        </a:p>
      </dgm:t>
    </dgm:pt>
    <dgm:pt modelId="{B7736FD8-6E29-4621-B642-2153D950E64D}" type="sibTrans" cxnId="{5C48E835-A02D-4188-A276-E52527376290}">
      <dgm:prSet/>
      <dgm:spPr/>
      <dgm:t>
        <a:bodyPr/>
        <a:lstStyle/>
        <a:p>
          <a:endParaRPr lang="pl-PL"/>
        </a:p>
      </dgm:t>
    </dgm:pt>
    <dgm:pt modelId="{50BE84E7-ED05-4ADC-998B-DA12E49CC55C}" type="pres">
      <dgm:prSet presAssocID="{FF8F813D-FDE6-419E-A24B-C4EDC46EA32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1A24A9E-A878-4C90-9FD8-AEBF8A075EDD}" type="pres">
      <dgm:prSet presAssocID="{FF8F813D-FDE6-419E-A24B-C4EDC46EA328}" presName="children" presStyleCnt="0"/>
      <dgm:spPr/>
    </dgm:pt>
    <dgm:pt modelId="{D2815CBE-9999-440F-AB70-AAC71895B202}" type="pres">
      <dgm:prSet presAssocID="{FF8F813D-FDE6-419E-A24B-C4EDC46EA328}" presName="child1group" presStyleCnt="0"/>
      <dgm:spPr/>
    </dgm:pt>
    <dgm:pt modelId="{C694E789-0879-4476-A9BC-6B7C58279647}" type="pres">
      <dgm:prSet presAssocID="{FF8F813D-FDE6-419E-A24B-C4EDC46EA328}" presName="child1" presStyleLbl="bgAcc1" presStyleIdx="0" presStyleCnt="4"/>
      <dgm:spPr/>
    </dgm:pt>
    <dgm:pt modelId="{036235BA-26AA-4986-BC98-E0FD094355D4}" type="pres">
      <dgm:prSet presAssocID="{FF8F813D-FDE6-419E-A24B-C4EDC46EA328}" presName="child1Text" presStyleLbl="bgAcc1" presStyleIdx="0" presStyleCnt="4">
        <dgm:presLayoutVars>
          <dgm:bulletEnabled val="1"/>
        </dgm:presLayoutVars>
      </dgm:prSet>
      <dgm:spPr/>
    </dgm:pt>
    <dgm:pt modelId="{240CB46A-1A6F-4C25-A11B-7BF5809F3A34}" type="pres">
      <dgm:prSet presAssocID="{FF8F813D-FDE6-419E-A24B-C4EDC46EA328}" presName="child2group" presStyleCnt="0"/>
      <dgm:spPr/>
    </dgm:pt>
    <dgm:pt modelId="{ACAA3EAF-57F8-428E-8BF8-DE5676501117}" type="pres">
      <dgm:prSet presAssocID="{FF8F813D-FDE6-419E-A24B-C4EDC46EA328}" presName="child2" presStyleLbl="bgAcc1" presStyleIdx="1" presStyleCnt="4" custLinFactNeighborX="20050"/>
      <dgm:spPr/>
    </dgm:pt>
    <dgm:pt modelId="{1B8E4DB7-3916-45FE-97ED-A80D2A113CB3}" type="pres">
      <dgm:prSet presAssocID="{FF8F813D-FDE6-419E-A24B-C4EDC46EA328}" presName="child2Text" presStyleLbl="bgAcc1" presStyleIdx="1" presStyleCnt="4">
        <dgm:presLayoutVars>
          <dgm:bulletEnabled val="1"/>
        </dgm:presLayoutVars>
      </dgm:prSet>
      <dgm:spPr/>
    </dgm:pt>
    <dgm:pt modelId="{2A283841-A26C-4531-87CA-350F20D9036F}" type="pres">
      <dgm:prSet presAssocID="{FF8F813D-FDE6-419E-A24B-C4EDC46EA328}" presName="child3group" presStyleCnt="0"/>
      <dgm:spPr/>
    </dgm:pt>
    <dgm:pt modelId="{27817702-DC34-46A5-B1B6-7B7E490AB2EE}" type="pres">
      <dgm:prSet presAssocID="{FF8F813D-FDE6-419E-A24B-C4EDC46EA328}" presName="child3" presStyleLbl="bgAcc1" presStyleIdx="2" presStyleCnt="4" custLinFactNeighborX="22040" custLinFactNeighborY="1024"/>
      <dgm:spPr/>
    </dgm:pt>
    <dgm:pt modelId="{FB589758-0D85-4AA6-ABAC-94C5EB401C78}" type="pres">
      <dgm:prSet presAssocID="{FF8F813D-FDE6-419E-A24B-C4EDC46EA328}" presName="child3Text" presStyleLbl="bgAcc1" presStyleIdx="2" presStyleCnt="4">
        <dgm:presLayoutVars>
          <dgm:bulletEnabled val="1"/>
        </dgm:presLayoutVars>
      </dgm:prSet>
      <dgm:spPr/>
    </dgm:pt>
    <dgm:pt modelId="{0822FB20-7A47-4CA0-8901-CDDBA4159DE6}" type="pres">
      <dgm:prSet presAssocID="{FF8F813D-FDE6-419E-A24B-C4EDC46EA328}" presName="child4group" presStyleCnt="0"/>
      <dgm:spPr/>
    </dgm:pt>
    <dgm:pt modelId="{B36A4FEF-2BCD-4448-8A3B-E08248F8065A}" type="pres">
      <dgm:prSet presAssocID="{FF8F813D-FDE6-419E-A24B-C4EDC46EA328}" presName="child4" presStyleLbl="bgAcc1" presStyleIdx="3" presStyleCnt="4"/>
      <dgm:spPr/>
    </dgm:pt>
    <dgm:pt modelId="{F13C9E65-6399-4A16-9718-AB5AD3FC27B3}" type="pres">
      <dgm:prSet presAssocID="{FF8F813D-FDE6-419E-A24B-C4EDC46EA328}" presName="child4Text" presStyleLbl="bgAcc1" presStyleIdx="3" presStyleCnt="4">
        <dgm:presLayoutVars>
          <dgm:bulletEnabled val="1"/>
        </dgm:presLayoutVars>
      </dgm:prSet>
      <dgm:spPr/>
    </dgm:pt>
    <dgm:pt modelId="{908F97C8-A6B0-41A7-BE9C-6CF9E0879CE5}" type="pres">
      <dgm:prSet presAssocID="{FF8F813D-FDE6-419E-A24B-C4EDC46EA328}" presName="childPlaceholder" presStyleCnt="0"/>
      <dgm:spPr/>
    </dgm:pt>
    <dgm:pt modelId="{3A8A756F-3DCF-4A48-BFC4-DA25B10D4230}" type="pres">
      <dgm:prSet presAssocID="{FF8F813D-FDE6-419E-A24B-C4EDC46EA328}" presName="circle" presStyleCnt="0"/>
      <dgm:spPr/>
    </dgm:pt>
    <dgm:pt modelId="{9B4347A1-FE41-4E1E-9FFF-8F45FBD60E60}" type="pres">
      <dgm:prSet presAssocID="{FF8F813D-FDE6-419E-A24B-C4EDC46EA328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F7D2C1D7-E6AA-4B62-87EE-F3663F6B6B1D}" type="pres">
      <dgm:prSet presAssocID="{FF8F813D-FDE6-419E-A24B-C4EDC46EA328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50735DFA-9AB7-47AC-AFEF-CF4B989B084E}" type="pres">
      <dgm:prSet presAssocID="{FF8F813D-FDE6-419E-A24B-C4EDC46EA328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D2C4D253-FB6E-4131-8310-2F90A3F57A3E}" type="pres">
      <dgm:prSet presAssocID="{FF8F813D-FDE6-419E-A24B-C4EDC46EA328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BE64386A-5B06-4AEF-AD20-2F028D53DC98}" type="pres">
      <dgm:prSet presAssocID="{FF8F813D-FDE6-419E-A24B-C4EDC46EA328}" presName="quadrantPlaceholder" presStyleCnt="0"/>
      <dgm:spPr/>
    </dgm:pt>
    <dgm:pt modelId="{034B77D9-717A-4C6E-995B-0985F7273FF3}" type="pres">
      <dgm:prSet presAssocID="{FF8F813D-FDE6-419E-A24B-C4EDC46EA328}" presName="center1" presStyleLbl="fgShp" presStyleIdx="0" presStyleCnt="2" custAng="0"/>
      <dgm:spPr/>
    </dgm:pt>
    <dgm:pt modelId="{F47BEB4D-CBC0-4C0A-A979-F0F23BC822E3}" type="pres">
      <dgm:prSet presAssocID="{FF8F813D-FDE6-419E-A24B-C4EDC46EA328}" presName="center2" presStyleLbl="fgShp" presStyleIdx="1" presStyleCnt="2"/>
      <dgm:spPr/>
    </dgm:pt>
  </dgm:ptLst>
  <dgm:cxnLst>
    <dgm:cxn modelId="{FA807200-E50B-4E46-8B5D-CE9CB8777AA5}" type="presOf" srcId="{9CDA1C14-2A97-4823-ADD9-955C846C6D3E}" destId="{036235BA-26AA-4986-BC98-E0FD094355D4}" srcOrd="1" destOrd="1" presId="urn:microsoft.com/office/officeart/2005/8/layout/cycle4"/>
    <dgm:cxn modelId="{53D83C01-EBBA-451D-BF7D-63D113963DC1}" type="presOf" srcId="{B6C564F0-A72A-4C58-879E-FF8D1FF2EFD5}" destId="{B36A4FEF-2BCD-4448-8A3B-E08248F8065A}" srcOrd="0" destOrd="0" presId="urn:microsoft.com/office/officeart/2005/8/layout/cycle4"/>
    <dgm:cxn modelId="{6431FD0D-8DA9-445C-B0C9-CF57A6A84059}" type="presOf" srcId="{0967C668-7529-4085-8EA8-F767C3E76D49}" destId="{ACAA3EAF-57F8-428E-8BF8-DE5676501117}" srcOrd="0" destOrd="0" presId="urn:microsoft.com/office/officeart/2005/8/layout/cycle4"/>
    <dgm:cxn modelId="{1CF8510F-C2F3-4036-8FC6-641C9439BEBC}" type="presOf" srcId="{21A4FA4B-B0BF-4CB3-B209-7B67DF518482}" destId="{B36A4FEF-2BCD-4448-8A3B-E08248F8065A}" srcOrd="0" destOrd="1" presId="urn:microsoft.com/office/officeart/2005/8/layout/cycle4"/>
    <dgm:cxn modelId="{C7FA0812-7605-4343-8CC6-283F30F5F453}" type="presOf" srcId="{092B6DB1-D4F8-4999-9A94-CD73C4EE12B3}" destId="{9B4347A1-FE41-4E1E-9FFF-8F45FBD60E60}" srcOrd="0" destOrd="0" presId="urn:microsoft.com/office/officeart/2005/8/layout/cycle4"/>
    <dgm:cxn modelId="{91598A15-681A-4187-BA4E-4A372D002448}" type="presOf" srcId="{B6C564F0-A72A-4C58-879E-FF8D1FF2EFD5}" destId="{F13C9E65-6399-4A16-9718-AB5AD3FC27B3}" srcOrd="1" destOrd="0" presId="urn:microsoft.com/office/officeart/2005/8/layout/cycle4"/>
    <dgm:cxn modelId="{2C46251E-642A-4087-BDEA-B43C812BD2CB}" type="presOf" srcId="{117DA313-3F8C-4117-BC59-DCD1D33F68F2}" destId="{27817702-DC34-46A5-B1B6-7B7E490AB2EE}" srcOrd="0" destOrd="0" presId="urn:microsoft.com/office/officeart/2005/8/layout/cycle4"/>
    <dgm:cxn modelId="{B7AB2135-D590-480D-8827-0651450344C6}" srcId="{FF8F813D-FDE6-419E-A24B-C4EDC46EA328}" destId="{B2ED0755-328E-436D-B550-7EA3AAFB5568}" srcOrd="1" destOrd="0" parTransId="{C46DAD09-26B3-46F1-B9D7-734549F082EA}" sibTransId="{9863EC72-450C-43AB-AEAF-51A6442D1BEA}"/>
    <dgm:cxn modelId="{40209A35-45C7-4E8B-B691-ADAEEED6C06E}" srcId="{F97E6FE2-8FC7-4D23-95DC-2394209048B0}" destId="{117DA313-3F8C-4117-BC59-DCD1D33F68F2}" srcOrd="0" destOrd="0" parTransId="{46783032-C815-4389-9E70-7BA53F8221D0}" sibTransId="{B610911A-5A97-4749-A7C6-4DB8B38C08CA}"/>
    <dgm:cxn modelId="{5C48E835-A02D-4188-A276-E52527376290}" srcId="{36DE6833-674A-47E1-A8AB-9F3F2C34902F}" destId="{21A4FA4B-B0BF-4CB3-B209-7B67DF518482}" srcOrd="1" destOrd="0" parTransId="{E76D4ECE-6C3D-413F-8CB2-CC1BC4CEDAB4}" sibTransId="{B7736FD8-6E29-4621-B642-2153D950E64D}"/>
    <dgm:cxn modelId="{AA409F3B-BD82-4AAC-AEBD-DC6045A037CA}" type="presOf" srcId="{117DA313-3F8C-4117-BC59-DCD1D33F68F2}" destId="{FB589758-0D85-4AA6-ABAC-94C5EB401C78}" srcOrd="1" destOrd="0" presId="urn:microsoft.com/office/officeart/2005/8/layout/cycle4"/>
    <dgm:cxn modelId="{8979725B-A6DE-4F13-9FC7-CDA2F7AE5EF2}" type="presOf" srcId="{36DE6833-674A-47E1-A8AB-9F3F2C34902F}" destId="{D2C4D253-FB6E-4131-8310-2F90A3F57A3E}" srcOrd="0" destOrd="0" presId="urn:microsoft.com/office/officeart/2005/8/layout/cycle4"/>
    <dgm:cxn modelId="{3CBB3C66-F1C8-4863-905E-7036265C57B9}" type="presOf" srcId="{F97E6FE2-8FC7-4D23-95DC-2394209048B0}" destId="{50735DFA-9AB7-47AC-AFEF-CF4B989B084E}" srcOrd="0" destOrd="0" presId="urn:microsoft.com/office/officeart/2005/8/layout/cycle4"/>
    <dgm:cxn modelId="{9D2B764F-6E5B-4C28-B301-731CC3F491B6}" type="presOf" srcId="{98734175-AA5D-4134-9D8F-26FC7E3F98A9}" destId="{C694E789-0879-4476-A9BC-6B7C58279647}" srcOrd="0" destOrd="0" presId="urn:microsoft.com/office/officeart/2005/8/layout/cycle4"/>
    <dgm:cxn modelId="{DF84966F-1FF6-4225-9D9F-34A7CB3659D7}" type="presOf" srcId="{B2ED0755-328E-436D-B550-7EA3AAFB5568}" destId="{F7D2C1D7-E6AA-4B62-87EE-F3663F6B6B1D}" srcOrd="0" destOrd="0" presId="urn:microsoft.com/office/officeart/2005/8/layout/cycle4"/>
    <dgm:cxn modelId="{A4689870-0A1D-475B-958D-A65CDF9DC3F7}" srcId="{FF8F813D-FDE6-419E-A24B-C4EDC46EA328}" destId="{36DE6833-674A-47E1-A8AB-9F3F2C34902F}" srcOrd="3" destOrd="0" parTransId="{CDCED267-E505-4D22-B66B-15A11EB2AEAE}" sibTransId="{38192863-C4F8-451A-A51B-32E945B83037}"/>
    <dgm:cxn modelId="{CE952779-FBB4-4FA3-9BFD-EEF2F1CBAED5}" srcId="{092B6DB1-D4F8-4999-9A94-CD73C4EE12B3}" destId="{9CDA1C14-2A97-4823-ADD9-955C846C6D3E}" srcOrd="1" destOrd="0" parTransId="{97AEED7D-871C-460F-929B-37B24CA0FFA7}" sibTransId="{497CD148-51FF-4226-B63C-7EEBBB48C994}"/>
    <dgm:cxn modelId="{37281D9A-07CF-424A-B1E7-4A5B624B37FD}" srcId="{FF8F813D-FDE6-419E-A24B-C4EDC46EA328}" destId="{092B6DB1-D4F8-4999-9A94-CD73C4EE12B3}" srcOrd="0" destOrd="0" parTransId="{6E14A793-0DE7-4B75-ADC5-1A3CC69111F3}" sibTransId="{A2254D37-13D1-421A-92D6-1CEC33E7A7BB}"/>
    <dgm:cxn modelId="{AFB0509D-2257-4B59-873E-6DCF69A05FB5}" srcId="{B2ED0755-328E-436D-B550-7EA3AAFB5568}" destId="{0967C668-7529-4085-8EA8-F767C3E76D49}" srcOrd="0" destOrd="0" parTransId="{E81AA5FE-CCC7-4FAE-875A-6CB4A33D9F2E}" sibTransId="{CC815F75-9AD5-4765-A38F-42E8E0BA67DB}"/>
    <dgm:cxn modelId="{09DBB8C0-9A77-4D56-BD16-D9EBE45B20DA}" srcId="{36DE6833-674A-47E1-A8AB-9F3F2C34902F}" destId="{B6C564F0-A72A-4C58-879E-FF8D1FF2EFD5}" srcOrd="0" destOrd="0" parTransId="{C913BDA7-CDC5-4E2A-9605-7F0639AF39B9}" sibTransId="{0FD4A282-4E6F-440C-A36F-9FA6DE4C9AB3}"/>
    <dgm:cxn modelId="{A1EF09DE-8FDB-467D-8E0A-B650A0ABCDF0}" type="presOf" srcId="{98734175-AA5D-4134-9D8F-26FC7E3F98A9}" destId="{036235BA-26AA-4986-BC98-E0FD094355D4}" srcOrd="1" destOrd="0" presId="urn:microsoft.com/office/officeart/2005/8/layout/cycle4"/>
    <dgm:cxn modelId="{911D7CEB-B3A8-4792-B0BB-E939EFEB0822}" srcId="{FF8F813D-FDE6-419E-A24B-C4EDC46EA328}" destId="{F97E6FE2-8FC7-4D23-95DC-2394209048B0}" srcOrd="2" destOrd="0" parTransId="{617A3DA7-409B-4C06-A3DE-A58C204D8179}" sibTransId="{8C2CA730-C20F-4560-8CC7-B2ED31F9BC15}"/>
    <dgm:cxn modelId="{403339F6-1FA6-4430-9210-18063DC3CD28}" type="presOf" srcId="{0967C668-7529-4085-8EA8-F767C3E76D49}" destId="{1B8E4DB7-3916-45FE-97ED-A80D2A113CB3}" srcOrd="1" destOrd="0" presId="urn:microsoft.com/office/officeart/2005/8/layout/cycle4"/>
    <dgm:cxn modelId="{558095F7-6AAB-4D18-92C9-3AD696C8E2D9}" type="presOf" srcId="{FF8F813D-FDE6-419E-A24B-C4EDC46EA328}" destId="{50BE84E7-ED05-4ADC-998B-DA12E49CC55C}" srcOrd="0" destOrd="0" presId="urn:microsoft.com/office/officeart/2005/8/layout/cycle4"/>
    <dgm:cxn modelId="{B90C26FE-0BA2-43BC-9BDC-B5F409EF5786}" type="presOf" srcId="{21A4FA4B-B0BF-4CB3-B209-7B67DF518482}" destId="{F13C9E65-6399-4A16-9718-AB5AD3FC27B3}" srcOrd="1" destOrd="1" presId="urn:microsoft.com/office/officeart/2005/8/layout/cycle4"/>
    <dgm:cxn modelId="{60DB95FE-A42F-408C-A51D-F049A1B920B9}" srcId="{092B6DB1-D4F8-4999-9A94-CD73C4EE12B3}" destId="{98734175-AA5D-4134-9D8F-26FC7E3F98A9}" srcOrd="0" destOrd="0" parTransId="{63963C43-FE83-4989-963D-30C34497ECA2}" sibTransId="{70BD5572-2D77-4C54-8DCD-36B6BB2FA0A1}"/>
    <dgm:cxn modelId="{054184FF-8926-453F-B9B7-F4B7CAFAF824}" type="presOf" srcId="{9CDA1C14-2A97-4823-ADD9-955C846C6D3E}" destId="{C694E789-0879-4476-A9BC-6B7C58279647}" srcOrd="0" destOrd="1" presId="urn:microsoft.com/office/officeart/2005/8/layout/cycle4"/>
    <dgm:cxn modelId="{C69A1005-F5CB-4FB6-A879-C01CFC994782}" type="presParOf" srcId="{50BE84E7-ED05-4ADC-998B-DA12E49CC55C}" destId="{A1A24A9E-A878-4C90-9FD8-AEBF8A075EDD}" srcOrd="0" destOrd="0" presId="urn:microsoft.com/office/officeart/2005/8/layout/cycle4"/>
    <dgm:cxn modelId="{0AD77795-F9C4-44F2-886F-5F7EFFBBE7C7}" type="presParOf" srcId="{A1A24A9E-A878-4C90-9FD8-AEBF8A075EDD}" destId="{D2815CBE-9999-440F-AB70-AAC71895B202}" srcOrd="0" destOrd="0" presId="urn:microsoft.com/office/officeart/2005/8/layout/cycle4"/>
    <dgm:cxn modelId="{2EA6F718-91B2-429B-9E86-A482C2997616}" type="presParOf" srcId="{D2815CBE-9999-440F-AB70-AAC71895B202}" destId="{C694E789-0879-4476-A9BC-6B7C58279647}" srcOrd="0" destOrd="0" presId="urn:microsoft.com/office/officeart/2005/8/layout/cycle4"/>
    <dgm:cxn modelId="{7C2C128C-6006-450D-8A75-DAC40EC9C450}" type="presParOf" srcId="{D2815CBE-9999-440F-AB70-AAC71895B202}" destId="{036235BA-26AA-4986-BC98-E0FD094355D4}" srcOrd="1" destOrd="0" presId="urn:microsoft.com/office/officeart/2005/8/layout/cycle4"/>
    <dgm:cxn modelId="{F58576F6-AD87-4EEF-94A4-315B13DCB8F1}" type="presParOf" srcId="{A1A24A9E-A878-4C90-9FD8-AEBF8A075EDD}" destId="{240CB46A-1A6F-4C25-A11B-7BF5809F3A34}" srcOrd="1" destOrd="0" presId="urn:microsoft.com/office/officeart/2005/8/layout/cycle4"/>
    <dgm:cxn modelId="{992D5E26-039C-4229-9E2D-9E7EB2999609}" type="presParOf" srcId="{240CB46A-1A6F-4C25-A11B-7BF5809F3A34}" destId="{ACAA3EAF-57F8-428E-8BF8-DE5676501117}" srcOrd="0" destOrd="0" presId="urn:microsoft.com/office/officeart/2005/8/layout/cycle4"/>
    <dgm:cxn modelId="{DAAD6CE9-8651-436B-855F-1A565427A31F}" type="presParOf" srcId="{240CB46A-1A6F-4C25-A11B-7BF5809F3A34}" destId="{1B8E4DB7-3916-45FE-97ED-A80D2A113CB3}" srcOrd="1" destOrd="0" presId="urn:microsoft.com/office/officeart/2005/8/layout/cycle4"/>
    <dgm:cxn modelId="{C811B56F-182A-486D-BDD7-8F05335D880C}" type="presParOf" srcId="{A1A24A9E-A878-4C90-9FD8-AEBF8A075EDD}" destId="{2A283841-A26C-4531-87CA-350F20D9036F}" srcOrd="2" destOrd="0" presId="urn:microsoft.com/office/officeart/2005/8/layout/cycle4"/>
    <dgm:cxn modelId="{A28245F0-B73E-4D77-A690-1DB714625DCF}" type="presParOf" srcId="{2A283841-A26C-4531-87CA-350F20D9036F}" destId="{27817702-DC34-46A5-B1B6-7B7E490AB2EE}" srcOrd="0" destOrd="0" presId="urn:microsoft.com/office/officeart/2005/8/layout/cycle4"/>
    <dgm:cxn modelId="{09E480AA-52AA-419B-8DCB-5B0874E84878}" type="presParOf" srcId="{2A283841-A26C-4531-87CA-350F20D9036F}" destId="{FB589758-0D85-4AA6-ABAC-94C5EB401C78}" srcOrd="1" destOrd="0" presId="urn:microsoft.com/office/officeart/2005/8/layout/cycle4"/>
    <dgm:cxn modelId="{8176F954-4245-47A8-B9B8-A567EC64D420}" type="presParOf" srcId="{A1A24A9E-A878-4C90-9FD8-AEBF8A075EDD}" destId="{0822FB20-7A47-4CA0-8901-CDDBA4159DE6}" srcOrd="3" destOrd="0" presId="urn:microsoft.com/office/officeart/2005/8/layout/cycle4"/>
    <dgm:cxn modelId="{01A4FBD4-45CA-4424-9E31-8A4EA7789CE1}" type="presParOf" srcId="{0822FB20-7A47-4CA0-8901-CDDBA4159DE6}" destId="{B36A4FEF-2BCD-4448-8A3B-E08248F8065A}" srcOrd="0" destOrd="0" presId="urn:microsoft.com/office/officeart/2005/8/layout/cycle4"/>
    <dgm:cxn modelId="{871B3F2B-0E5F-431C-9D5E-397CC04625AC}" type="presParOf" srcId="{0822FB20-7A47-4CA0-8901-CDDBA4159DE6}" destId="{F13C9E65-6399-4A16-9718-AB5AD3FC27B3}" srcOrd="1" destOrd="0" presId="urn:microsoft.com/office/officeart/2005/8/layout/cycle4"/>
    <dgm:cxn modelId="{A909F596-2403-47E2-9D22-000BE1226166}" type="presParOf" srcId="{A1A24A9E-A878-4C90-9FD8-AEBF8A075EDD}" destId="{908F97C8-A6B0-41A7-BE9C-6CF9E0879CE5}" srcOrd="4" destOrd="0" presId="urn:microsoft.com/office/officeart/2005/8/layout/cycle4"/>
    <dgm:cxn modelId="{10CF6316-C176-45EE-90EB-05B6F7D55846}" type="presParOf" srcId="{50BE84E7-ED05-4ADC-998B-DA12E49CC55C}" destId="{3A8A756F-3DCF-4A48-BFC4-DA25B10D4230}" srcOrd="1" destOrd="0" presId="urn:microsoft.com/office/officeart/2005/8/layout/cycle4"/>
    <dgm:cxn modelId="{17079F60-F9D2-49BB-B92F-8A17694B89AD}" type="presParOf" srcId="{3A8A756F-3DCF-4A48-BFC4-DA25B10D4230}" destId="{9B4347A1-FE41-4E1E-9FFF-8F45FBD60E60}" srcOrd="0" destOrd="0" presId="urn:microsoft.com/office/officeart/2005/8/layout/cycle4"/>
    <dgm:cxn modelId="{0FB2C3E8-8212-49B0-8123-4ED8BA36D4C9}" type="presParOf" srcId="{3A8A756F-3DCF-4A48-BFC4-DA25B10D4230}" destId="{F7D2C1D7-E6AA-4B62-87EE-F3663F6B6B1D}" srcOrd="1" destOrd="0" presId="urn:microsoft.com/office/officeart/2005/8/layout/cycle4"/>
    <dgm:cxn modelId="{548BF11B-C8F3-4FBE-B451-004F29E7D7D2}" type="presParOf" srcId="{3A8A756F-3DCF-4A48-BFC4-DA25B10D4230}" destId="{50735DFA-9AB7-47AC-AFEF-CF4B989B084E}" srcOrd="2" destOrd="0" presId="urn:microsoft.com/office/officeart/2005/8/layout/cycle4"/>
    <dgm:cxn modelId="{03782DF7-7A19-4969-9244-F1E5377BDA20}" type="presParOf" srcId="{3A8A756F-3DCF-4A48-BFC4-DA25B10D4230}" destId="{D2C4D253-FB6E-4131-8310-2F90A3F57A3E}" srcOrd="3" destOrd="0" presId="urn:microsoft.com/office/officeart/2005/8/layout/cycle4"/>
    <dgm:cxn modelId="{0325D100-2021-4109-B673-046E4006F46E}" type="presParOf" srcId="{3A8A756F-3DCF-4A48-BFC4-DA25B10D4230}" destId="{BE64386A-5B06-4AEF-AD20-2F028D53DC98}" srcOrd="4" destOrd="0" presId="urn:microsoft.com/office/officeart/2005/8/layout/cycle4"/>
    <dgm:cxn modelId="{FD63F2FB-A972-4C41-BDC5-68E915003914}" type="presParOf" srcId="{50BE84E7-ED05-4ADC-998B-DA12E49CC55C}" destId="{034B77D9-717A-4C6E-995B-0985F7273FF3}" srcOrd="2" destOrd="0" presId="urn:microsoft.com/office/officeart/2005/8/layout/cycle4"/>
    <dgm:cxn modelId="{7B107F54-B7FD-4F88-95EA-7DB389106B9A}" type="presParOf" srcId="{50BE84E7-ED05-4ADC-998B-DA12E49CC55C}" destId="{F47BEB4D-CBC0-4C0A-A979-F0F23BC822E3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398B16-D866-405E-9048-6A65C2E50CEA}" type="doc">
      <dgm:prSet loTypeId="urn:microsoft.com/office/officeart/2005/8/layout/radial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l-PL"/>
        </a:p>
      </dgm:t>
    </dgm:pt>
    <dgm:pt modelId="{5358BFCB-FDF8-47E8-9629-7B14E48F39C7}">
      <dgm:prSet phldrT="[Tekst]" phldr="0"/>
      <dgm:spPr/>
      <dgm:t>
        <a:bodyPr/>
        <a:lstStyle/>
        <a:p>
          <a:r>
            <a:rPr lang="pl-PL" dirty="0"/>
            <a:t>CT Matrix </a:t>
          </a:r>
          <a:r>
            <a:rPr lang="pl-PL" dirty="0" err="1"/>
            <a:t>Computation</a:t>
          </a:r>
          <a:endParaRPr lang="pl-PL" dirty="0"/>
        </a:p>
      </dgm:t>
    </dgm:pt>
    <dgm:pt modelId="{A0183B4D-8FC6-410C-8976-F7EF58B5E2AA}" type="parTrans" cxnId="{39D6FC27-653A-4343-9DB0-336D4630FD55}">
      <dgm:prSet/>
      <dgm:spPr/>
      <dgm:t>
        <a:bodyPr/>
        <a:lstStyle/>
        <a:p>
          <a:endParaRPr lang="pl-PL"/>
        </a:p>
      </dgm:t>
    </dgm:pt>
    <dgm:pt modelId="{71211DBF-16F9-4835-BA8D-8C973BD08970}" type="sibTrans" cxnId="{39D6FC27-653A-4343-9DB0-336D4630FD55}">
      <dgm:prSet/>
      <dgm:spPr/>
      <dgm:t>
        <a:bodyPr/>
        <a:lstStyle/>
        <a:p>
          <a:endParaRPr lang="pl-PL"/>
        </a:p>
      </dgm:t>
    </dgm:pt>
    <dgm:pt modelId="{10AEDB80-6E18-4F8F-8036-4C3AD07B51EF}">
      <dgm:prSet phldrT="[Tekst]" phldr="0"/>
      <dgm:spPr/>
      <dgm:t>
        <a:bodyPr/>
        <a:lstStyle/>
        <a:p>
          <a:r>
            <a:rPr lang="pl-PL" dirty="0" err="1"/>
            <a:t>Core</a:t>
          </a:r>
          <a:r>
            <a:rPr lang="pl-PL" dirty="0"/>
            <a:t> </a:t>
          </a:r>
          <a:r>
            <a:rPr lang="pl-PL" dirty="0" err="1"/>
            <a:t>numerical</a:t>
          </a:r>
          <a:r>
            <a:rPr lang="pl-PL" dirty="0"/>
            <a:t> </a:t>
          </a:r>
          <a:r>
            <a:rPr lang="pl-PL" dirty="0" err="1"/>
            <a:t>layers</a:t>
          </a:r>
          <a:endParaRPr lang="pl-PL" dirty="0"/>
        </a:p>
      </dgm:t>
    </dgm:pt>
    <dgm:pt modelId="{2FAEE63C-A45A-4ADF-8943-91D69D5B8767}" type="parTrans" cxnId="{92341DA6-644A-4B02-A25E-9B03094C039A}">
      <dgm:prSet/>
      <dgm:spPr/>
      <dgm:t>
        <a:bodyPr/>
        <a:lstStyle/>
        <a:p>
          <a:endParaRPr lang="pl-PL"/>
        </a:p>
      </dgm:t>
    </dgm:pt>
    <dgm:pt modelId="{C61464F2-B6AC-41AF-8973-B372C97DB35C}" type="sibTrans" cxnId="{92341DA6-644A-4B02-A25E-9B03094C039A}">
      <dgm:prSet/>
      <dgm:spPr/>
      <dgm:t>
        <a:bodyPr/>
        <a:lstStyle/>
        <a:p>
          <a:endParaRPr lang="pl-PL"/>
        </a:p>
      </dgm:t>
    </dgm:pt>
    <dgm:pt modelId="{249C892B-8845-4657-B200-F9DE1B43C81E}">
      <dgm:prSet phldrT="[Tekst]" phldr="0"/>
      <dgm:spPr/>
      <dgm:t>
        <a:bodyPr/>
        <a:lstStyle/>
        <a:p>
          <a:r>
            <a:rPr lang="pl-PL" dirty="0" err="1"/>
            <a:t>DomainSpec</a:t>
          </a:r>
          <a:endParaRPr lang="pl-PL" dirty="0"/>
        </a:p>
      </dgm:t>
    </dgm:pt>
    <dgm:pt modelId="{316F6F85-4B2A-4445-BFC9-1602E580C9B3}" type="parTrans" cxnId="{44E60DA4-4C3F-4665-82FC-FD7B4C8605DE}">
      <dgm:prSet/>
      <dgm:spPr/>
      <dgm:t>
        <a:bodyPr/>
        <a:lstStyle/>
        <a:p>
          <a:endParaRPr lang="pl-PL"/>
        </a:p>
      </dgm:t>
    </dgm:pt>
    <dgm:pt modelId="{F3DE0956-CD42-4831-8C01-BD498A1544DA}" type="sibTrans" cxnId="{44E60DA4-4C3F-4665-82FC-FD7B4C8605DE}">
      <dgm:prSet/>
      <dgm:spPr/>
      <dgm:t>
        <a:bodyPr/>
        <a:lstStyle/>
        <a:p>
          <a:endParaRPr lang="pl-PL"/>
        </a:p>
      </dgm:t>
    </dgm:pt>
    <dgm:pt modelId="{303B1BE0-9041-4E19-AE24-9117084B1DDE}">
      <dgm:prSet phldrT="[Tekst]" phldr="0"/>
      <dgm:spPr/>
      <dgm:t>
        <a:bodyPr/>
        <a:lstStyle/>
        <a:p>
          <a:r>
            <a:rPr lang="pl-PL" dirty="0" err="1"/>
            <a:t>Structural</a:t>
          </a:r>
          <a:r>
            <a:rPr lang="pl-PL" dirty="0"/>
            <a:t> + atom </a:t>
          </a:r>
          <a:r>
            <a:rPr lang="pl-PL" dirty="0" err="1"/>
            <a:t>grouping</a:t>
          </a:r>
          <a:endParaRPr lang="pl-PL" dirty="0"/>
        </a:p>
      </dgm:t>
    </dgm:pt>
    <dgm:pt modelId="{01F0A9DD-4429-4FF4-9829-59B33AACE4A0}" type="parTrans" cxnId="{BDEEEB6B-8B41-460A-91CA-193B8AC5C307}">
      <dgm:prSet/>
      <dgm:spPr/>
      <dgm:t>
        <a:bodyPr/>
        <a:lstStyle/>
        <a:p>
          <a:endParaRPr lang="pl-PL"/>
        </a:p>
      </dgm:t>
    </dgm:pt>
    <dgm:pt modelId="{17F92A35-C7CC-4A00-9958-95E18CEB9058}" type="sibTrans" cxnId="{BDEEEB6B-8B41-460A-91CA-193B8AC5C307}">
      <dgm:prSet/>
      <dgm:spPr/>
      <dgm:t>
        <a:bodyPr/>
        <a:lstStyle/>
        <a:p>
          <a:endParaRPr lang="pl-PL"/>
        </a:p>
      </dgm:t>
    </dgm:pt>
    <dgm:pt modelId="{8F84359D-9C7F-467A-A7F9-046B240A10B3}">
      <dgm:prSet phldrT="[Tekst]" phldr="0"/>
      <dgm:spPr/>
      <dgm:t>
        <a:bodyPr/>
        <a:lstStyle/>
        <a:p>
          <a:r>
            <a:rPr lang="pl-PL" dirty="0" err="1"/>
            <a:t>Interfaces</a:t>
          </a:r>
          <a:endParaRPr lang="pl-PL" dirty="0"/>
        </a:p>
      </dgm:t>
    </dgm:pt>
    <dgm:pt modelId="{C1F041D8-B52C-4E88-BA07-DF25E8D28A05}" type="parTrans" cxnId="{053FCA58-7450-4FA2-B0B7-5A1E48EF5930}">
      <dgm:prSet/>
      <dgm:spPr/>
      <dgm:t>
        <a:bodyPr/>
        <a:lstStyle/>
        <a:p>
          <a:endParaRPr lang="pl-PL"/>
        </a:p>
      </dgm:t>
    </dgm:pt>
    <dgm:pt modelId="{F4652F38-0C08-44FB-8136-215384382B1C}" type="sibTrans" cxnId="{053FCA58-7450-4FA2-B0B7-5A1E48EF5930}">
      <dgm:prSet/>
      <dgm:spPr/>
      <dgm:t>
        <a:bodyPr/>
        <a:lstStyle/>
        <a:p>
          <a:endParaRPr lang="pl-PL"/>
        </a:p>
      </dgm:t>
    </dgm:pt>
    <dgm:pt modelId="{B11C2253-2D60-46C1-B9F6-E1899FC15295}">
      <dgm:prSet phldrT="[Tekst]" phldr="0"/>
      <dgm:spPr/>
      <dgm:t>
        <a:bodyPr/>
        <a:lstStyle/>
        <a:p>
          <a:r>
            <a:rPr lang="pl-PL" dirty="0" err="1"/>
            <a:t>Property</a:t>
          </a:r>
          <a:r>
            <a:rPr lang="pl-PL" dirty="0"/>
            <a:t>/CLI</a:t>
          </a:r>
        </a:p>
      </dgm:t>
    </dgm:pt>
    <dgm:pt modelId="{D6C5D0A0-1D27-483A-8621-871635F448CC}" type="parTrans" cxnId="{4E0868D7-A25C-441A-8E0B-563E30DF69D7}">
      <dgm:prSet/>
      <dgm:spPr/>
      <dgm:t>
        <a:bodyPr/>
        <a:lstStyle/>
        <a:p>
          <a:endParaRPr lang="pl-PL"/>
        </a:p>
      </dgm:t>
    </dgm:pt>
    <dgm:pt modelId="{FFC9D5FC-BF90-4425-BE20-4F03D890741F}" type="sibTrans" cxnId="{4E0868D7-A25C-441A-8E0B-563E30DF69D7}">
      <dgm:prSet/>
      <dgm:spPr/>
      <dgm:t>
        <a:bodyPr/>
        <a:lstStyle/>
        <a:p>
          <a:endParaRPr lang="pl-PL"/>
        </a:p>
      </dgm:t>
    </dgm:pt>
    <dgm:pt modelId="{5349BC34-6F6F-416F-AE80-238DCBBC15A5}">
      <dgm:prSet phldrT="[Tekst]" phldr="0"/>
      <dgm:spPr/>
      <dgm:t>
        <a:bodyPr/>
        <a:lstStyle/>
        <a:p>
          <a:r>
            <a:rPr lang="pl-PL" dirty="0"/>
            <a:t>Access </a:t>
          </a:r>
          <a:r>
            <a:rPr lang="pl-PL" dirty="0" err="1"/>
            <a:t>layers</a:t>
          </a:r>
          <a:endParaRPr lang="pl-PL" dirty="0"/>
        </a:p>
      </dgm:t>
    </dgm:pt>
    <dgm:pt modelId="{32C9BA5C-7B9B-4D1C-9DA2-5BDAD498956C}" type="parTrans" cxnId="{8C042F65-4A65-435D-A1F9-F61DF1F8FFDE}">
      <dgm:prSet/>
      <dgm:spPr/>
      <dgm:t>
        <a:bodyPr/>
        <a:lstStyle/>
        <a:p>
          <a:endParaRPr lang="pl-PL"/>
        </a:p>
      </dgm:t>
    </dgm:pt>
    <dgm:pt modelId="{25788375-7C48-47F6-9E24-77C85A56CD23}" type="sibTrans" cxnId="{8C042F65-4A65-435D-A1F9-F61DF1F8FFDE}">
      <dgm:prSet/>
      <dgm:spPr/>
      <dgm:t>
        <a:bodyPr/>
        <a:lstStyle/>
        <a:p>
          <a:endParaRPr lang="pl-PL"/>
        </a:p>
      </dgm:t>
    </dgm:pt>
    <dgm:pt modelId="{D5FE5141-425F-474C-9BC5-D3921510000E}" type="pres">
      <dgm:prSet presAssocID="{81398B16-D866-405E-9048-6A65C2E50CEA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34570FE4-6CCC-4AEB-994C-A995CFED1BF6}" type="pres">
      <dgm:prSet presAssocID="{81398B16-D866-405E-9048-6A65C2E50CEA}" presName="cycle" presStyleCnt="0"/>
      <dgm:spPr/>
    </dgm:pt>
    <dgm:pt modelId="{26BA39BA-E22F-4ED0-92C2-0FEFD6118A46}" type="pres">
      <dgm:prSet presAssocID="{81398B16-D866-405E-9048-6A65C2E50CEA}" presName="centerShape" presStyleCnt="0"/>
      <dgm:spPr/>
    </dgm:pt>
    <dgm:pt modelId="{DD8369A3-9867-4805-9F70-5A3457D242E1}" type="pres">
      <dgm:prSet presAssocID="{81398B16-D866-405E-9048-6A65C2E50CEA}" presName="connSite" presStyleLbl="node1" presStyleIdx="0" presStyleCnt="4"/>
      <dgm:spPr/>
    </dgm:pt>
    <dgm:pt modelId="{042646F8-45DD-451D-9EA4-F4369B3F419F}" type="pres">
      <dgm:prSet presAssocID="{81398B16-D866-405E-9048-6A65C2E50CEA}" presName="visible" presStyleLbl="node1" presStyleIdx="0" presStyleCnt="4"/>
      <dgm:spPr/>
    </dgm:pt>
    <dgm:pt modelId="{A63C084D-AD3B-492D-A7E4-54917A7153A8}" type="pres">
      <dgm:prSet presAssocID="{A0183B4D-8FC6-410C-8976-F7EF58B5E2AA}" presName="Name25" presStyleLbl="parChTrans1D1" presStyleIdx="0" presStyleCnt="3"/>
      <dgm:spPr/>
    </dgm:pt>
    <dgm:pt modelId="{F7502B6A-778C-4EAE-845C-B31A9B41BD1C}" type="pres">
      <dgm:prSet presAssocID="{5358BFCB-FDF8-47E8-9629-7B14E48F39C7}" presName="node" presStyleCnt="0"/>
      <dgm:spPr/>
    </dgm:pt>
    <dgm:pt modelId="{649FE882-FE91-4328-ABC6-B697458016FC}" type="pres">
      <dgm:prSet presAssocID="{5358BFCB-FDF8-47E8-9629-7B14E48F39C7}" presName="parentNode" presStyleLbl="node1" presStyleIdx="1" presStyleCnt="4">
        <dgm:presLayoutVars>
          <dgm:chMax val="1"/>
          <dgm:bulletEnabled val="1"/>
        </dgm:presLayoutVars>
      </dgm:prSet>
      <dgm:spPr/>
    </dgm:pt>
    <dgm:pt modelId="{86CCF989-D325-4360-BB5A-D4A86AA598FC}" type="pres">
      <dgm:prSet presAssocID="{5358BFCB-FDF8-47E8-9629-7B14E48F39C7}" presName="childNode" presStyleLbl="revTx" presStyleIdx="0" presStyleCnt="3">
        <dgm:presLayoutVars>
          <dgm:bulletEnabled val="1"/>
        </dgm:presLayoutVars>
      </dgm:prSet>
      <dgm:spPr/>
    </dgm:pt>
    <dgm:pt modelId="{D8748EA4-233F-4A43-B8D8-81936D8004B5}" type="pres">
      <dgm:prSet presAssocID="{316F6F85-4B2A-4445-BFC9-1602E580C9B3}" presName="Name25" presStyleLbl="parChTrans1D1" presStyleIdx="1" presStyleCnt="3"/>
      <dgm:spPr/>
    </dgm:pt>
    <dgm:pt modelId="{2513E1C2-A6FD-49EC-931D-3E9D429F156B}" type="pres">
      <dgm:prSet presAssocID="{249C892B-8845-4657-B200-F9DE1B43C81E}" presName="node" presStyleCnt="0"/>
      <dgm:spPr/>
    </dgm:pt>
    <dgm:pt modelId="{55BE5C14-9463-4573-BC90-75C12D5745D9}" type="pres">
      <dgm:prSet presAssocID="{249C892B-8845-4657-B200-F9DE1B43C81E}" presName="parentNode" presStyleLbl="node1" presStyleIdx="2" presStyleCnt="4">
        <dgm:presLayoutVars>
          <dgm:chMax val="1"/>
          <dgm:bulletEnabled val="1"/>
        </dgm:presLayoutVars>
      </dgm:prSet>
      <dgm:spPr/>
    </dgm:pt>
    <dgm:pt modelId="{3466B807-C19F-4C2A-A0EF-48DBC1FF27C4}" type="pres">
      <dgm:prSet presAssocID="{249C892B-8845-4657-B200-F9DE1B43C81E}" presName="childNode" presStyleLbl="revTx" presStyleIdx="1" presStyleCnt="3">
        <dgm:presLayoutVars>
          <dgm:bulletEnabled val="1"/>
        </dgm:presLayoutVars>
      </dgm:prSet>
      <dgm:spPr/>
    </dgm:pt>
    <dgm:pt modelId="{C52F0545-168C-4AEE-BB8B-71987C5E6B7B}" type="pres">
      <dgm:prSet presAssocID="{C1F041D8-B52C-4E88-BA07-DF25E8D28A05}" presName="Name25" presStyleLbl="parChTrans1D1" presStyleIdx="2" presStyleCnt="3"/>
      <dgm:spPr/>
    </dgm:pt>
    <dgm:pt modelId="{861C5CA6-ACF9-46F6-8238-4C9BD1D2A21E}" type="pres">
      <dgm:prSet presAssocID="{8F84359D-9C7F-467A-A7F9-046B240A10B3}" presName="node" presStyleCnt="0"/>
      <dgm:spPr/>
    </dgm:pt>
    <dgm:pt modelId="{7EF9B09D-84BE-4984-8DF9-89BDDFE58F39}" type="pres">
      <dgm:prSet presAssocID="{8F84359D-9C7F-467A-A7F9-046B240A10B3}" presName="parentNode" presStyleLbl="node1" presStyleIdx="3" presStyleCnt="4">
        <dgm:presLayoutVars>
          <dgm:chMax val="1"/>
          <dgm:bulletEnabled val="1"/>
        </dgm:presLayoutVars>
      </dgm:prSet>
      <dgm:spPr/>
    </dgm:pt>
    <dgm:pt modelId="{C14C1231-DDE8-4411-820F-225D9B389A57}" type="pres">
      <dgm:prSet presAssocID="{8F84359D-9C7F-467A-A7F9-046B240A10B3}" presName="childNode" presStyleLbl="revTx" presStyleIdx="2" presStyleCnt="3">
        <dgm:presLayoutVars>
          <dgm:bulletEnabled val="1"/>
        </dgm:presLayoutVars>
      </dgm:prSet>
      <dgm:spPr/>
    </dgm:pt>
  </dgm:ptLst>
  <dgm:cxnLst>
    <dgm:cxn modelId="{89C1C41E-76DB-47D7-8A47-9C21F64C4D9E}" type="presOf" srcId="{8F84359D-9C7F-467A-A7F9-046B240A10B3}" destId="{7EF9B09D-84BE-4984-8DF9-89BDDFE58F39}" srcOrd="0" destOrd="0" presId="urn:microsoft.com/office/officeart/2005/8/layout/radial2"/>
    <dgm:cxn modelId="{01A4C21F-01DD-4F2E-874F-F14D04A45A0B}" type="presOf" srcId="{5349BC34-6F6F-416F-AE80-238DCBBC15A5}" destId="{C14C1231-DDE8-4411-820F-225D9B389A57}" srcOrd="0" destOrd="1" presId="urn:microsoft.com/office/officeart/2005/8/layout/radial2"/>
    <dgm:cxn modelId="{39D6FC27-653A-4343-9DB0-336D4630FD55}" srcId="{81398B16-D866-405E-9048-6A65C2E50CEA}" destId="{5358BFCB-FDF8-47E8-9629-7B14E48F39C7}" srcOrd="0" destOrd="0" parTransId="{A0183B4D-8FC6-410C-8976-F7EF58B5E2AA}" sibTransId="{71211DBF-16F9-4835-BA8D-8C973BD08970}"/>
    <dgm:cxn modelId="{24DA6361-4130-45E6-BF94-5E06E049C92B}" type="presOf" srcId="{5358BFCB-FDF8-47E8-9629-7B14E48F39C7}" destId="{649FE882-FE91-4328-ABC6-B697458016FC}" srcOrd="0" destOrd="0" presId="urn:microsoft.com/office/officeart/2005/8/layout/radial2"/>
    <dgm:cxn modelId="{8C042F65-4A65-435D-A1F9-F61DF1F8FFDE}" srcId="{8F84359D-9C7F-467A-A7F9-046B240A10B3}" destId="{5349BC34-6F6F-416F-AE80-238DCBBC15A5}" srcOrd="1" destOrd="0" parTransId="{32C9BA5C-7B9B-4D1C-9DA2-5BDAD498956C}" sibTransId="{25788375-7C48-47F6-9E24-77C85A56CD23}"/>
    <dgm:cxn modelId="{B22A1466-91EE-40DE-B022-A59E303391F1}" type="presOf" srcId="{303B1BE0-9041-4E19-AE24-9117084B1DDE}" destId="{3466B807-C19F-4C2A-A0EF-48DBC1FF27C4}" srcOrd="0" destOrd="0" presId="urn:microsoft.com/office/officeart/2005/8/layout/radial2"/>
    <dgm:cxn modelId="{BDEEEB6B-8B41-460A-91CA-193B8AC5C307}" srcId="{249C892B-8845-4657-B200-F9DE1B43C81E}" destId="{303B1BE0-9041-4E19-AE24-9117084B1DDE}" srcOrd="0" destOrd="0" parTransId="{01F0A9DD-4429-4FF4-9829-59B33AACE4A0}" sibTransId="{17F92A35-C7CC-4A00-9958-95E18CEB9058}"/>
    <dgm:cxn modelId="{A17FA350-EF84-403B-922E-90E993151194}" type="presOf" srcId="{316F6F85-4B2A-4445-BFC9-1602E580C9B3}" destId="{D8748EA4-233F-4A43-B8D8-81936D8004B5}" srcOrd="0" destOrd="0" presId="urn:microsoft.com/office/officeart/2005/8/layout/radial2"/>
    <dgm:cxn modelId="{053FCA58-7450-4FA2-B0B7-5A1E48EF5930}" srcId="{81398B16-D866-405E-9048-6A65C2E50CEA}" destId="{8F84359D-9C7F-467A-A7F9-046B240A10B3}" srcOrd="2" destOrd="0" parTransId="{C1F041D8-B52C-4E88-BA07-DF25E8D28A05}" sibTransId="{F4652F38-0C08-44FB-8136-215384382B1C}"/>
    <dgm:cxn modelId="{75D79187-0EF0-4D70-8A0D-00D4EDC2E2D5}" type="presOf" srcId="{B11C2253-2D60-46C1-B9F6-E1899FC15295}" destId="{C14C1231-DDE8-4411-820F-225D9B389A57}" srcOrd="0" destOrd="0" presId="urn:microsoft.com/office/officeart/2005/8/layout/radial2"/>
    <dgm:cxn modelId="{44E60DA4-4C3F-4665-82FC-FD7B4C8605DE}" srcId="{81398B16-D866-405E-9048-6A65C2E50CEA}" destId="{249C892B-8845-4657-B200-F9DE1B43C81E}" srcOrd="1" destOrd="0" parTransId="{316F6F85-4B2A-4445-BFC9-1602E580C9B3}" sibTransId="{F3DE0956-CD42-4831-8C01-BD498A1544DA}"/>
    <dgm:cxn modelId="{92341DA6-644A-4B02-A25E-9B03094C039A}" srcId="{5358BFCB-FDF8-47E8-9629-7B14E48F39C7}" destId="{10AEDB80-6E18-4F8F-8036-4C3AD07B51EF}" srcOrd="0" destOrd="0" parTransId="{2FAEE63C-A45A-4ADF-8943-91D69D5B8767}" sibTransId="{C61464F2-B6AC-41AF-8973-B372C97DB35C}"/>
    <dgm:cxn modelId="{EE52A6AB-3248-4CA9-AB8A-D0798277F702}" type="presOf" srcId="{C1F041D8-B52C-4E88-BA07-DF25E8D28A05}" destId="{C52F0545-168C-4AEE-BB8B-71987C5E6B7B}" srcOrd="0" destOrd="0" presId="urn:microsoft.com/office/officeart/2005/8/layout/radial2"/>
    <dgm:cxn modelId="{F0968ABC-14D3-44A2-98D3-00D516AC0634}" type="presOf" srcId="{10AEDB80-6E18-4F8F-8036-4C3AD07B51EF}" destId="{86CCF989-D325-4360-BB5A-D4A86AA598FC}" srcOrd="0" destOrd="0" presId="urn:microsoft.com/office/officeart/2005/8/layout/radial2"/>
    <dgm:cxn modelId="{6F7E6ED4-A959-4A49-A61C-EFB613566C8B}" type="presOf" srcId="{249C892B-8845-4657-B200-F9DE1B43C81E}" destId="{55BE5C14-9463-4573-BC90-75C12D5745D9}" srcOrd="0" destOrd="0" presId="urn:microsoft.com/office/officeart/2005/8/layout/radial2"/>
    <dgm:cxn modelId="{4E0868D7-A25C-441A-8E0B-563E30DF69D7}" srcId="{8F84359D-9C7F-467A-A7F9-046B240A10B3}" destId="{B11C2253-2D60-46C1-B9F6-E1899FC15295}" srcOrd="0" destOrd="0" parTransId="{D6C5D0A0-1D27-483A-8621-871635F448CC}" sibTransId="{FFC9D5FC-BF90-4425-BE20-4F03D890741F}"/>
    <dgm:cxn modelId="{AF2C44D9-3962-4546-9FF4-A2C303140A5E}" type="presOf" srcId="{A0183B4D-8FC6-410C-8976-F7EF58B5E2AA}" destId="{A63C084D-AD3B-492D-A7E4-54917A7153A8}" srcOrd="0" destOrd="0" presId="urn:microsoft.com/office/officeart/2005/8/layout/radial2"/>
    <dgm:cxn modelId="{AC2C7CF9-86F5-4283-AD53-1178887675BC}" type="presOf" srcId="{81398B16-D866-405E-9048-6A65C2E50CEA}" destId="{D5FE5141-425F-474C-9BC5-D3921510000E}" srcOrd="0" destOrd="0" presId="urn:microsoft.com/office/officeart/2005/8/layout/radial2"/>
    <dgm:cxn modelId="{81B5CCB6-E7BE-45D2-A887-33ED52C45F14}" type="presParOf" srcId="{D5FE5141-425F-474C-9BC5-D3921510000E}" destId="{34570FE4-6CCC-4AEB-994C-A995CFED1BF6}" srcOrd="0" destOrd="0" presId="urn:microsoft.com/office/officeart/2005/8/layout/radial2"/>
    <dgm:cxn modelId="{2F7D4B67-D4F3-4600-986F-84E89805F981}" type="presParOf" srcId="{34570FE4-6CCC-4AEB-994C-A995CFED1BF6}" destId="{26BA39BA-E22F-4ED0-92C2-0FEFD6118A46}" srcOrd="0" destOrd="0" presId="urn:microsoft.com/office/officeart/2005/8/layout/radial2"/>
    <dgm:cxn modelId="{756B4E44-6F5D-4FA1-843D-169C7CC0E594}" type="presParOf" srcId="{26BA39BA-E22F-4ED0-92C2-0FEFD6118A46}" destId="{DD8369A3-9867-4805-9F70-5A3457D242E1}" srcOrd="0" destOrd="0" presId="urn:microsoft.com/office/officeart/2005/8/layout/radial2"/>
    <dgm:cxn modelId="{EDB73634-9239-4772-B759-7B7B8085654E}" type="presParOf" srcId="{26BA39BA-E22F-4ED0-92C2-0FEFD6118A46}" destId="{042646F8-45DD-451D-9EA4-F4369B3F419F}" srcOrd="1" destOrd="0" presId="urn:microsoft.com/office/officeart/2005/8/layout/radial2"/>
    <dgm:cxn modelId="{A70E1E0B-55A7-400B-BCFA-72980A6BF922}" type="presParOf" srcId="{34570FE4-6CCC-4AEB-994C-A995CFED1BF6}" destId="{A63C084D-AD3B-492D-A7E4-54917A7153A8}" srcOrd="1" destOrd="0" presId="urn:microsoft.com/office/officeart/2005/8/layout/radial2"/>
    <dgm:cxn modelId="{6D3B573C-96B5-427C-ABE0-B31C680A9108}" type="presParOf" srcId="{34570FE4-6CCC-4AEB-994C-A995CFED1BF6}" destId="{F7502B6A-778C-4EAE-845C-B31A9B41BD1C}" srcOrd="2" destOrd="0" presId="urn:microsoft.com/office/officeart/2005/8/layout/radial2"/>
    <dgm:cxn modelId="{722EFD44-8780-42BC-947E-50D32D3B7DCA}" type="presParOf" srcId="{F7502B6A-778C-4EAE-845C-B31A9B41BD1C}" destId="{649FE882-FE91-4328-ABC6-B697458016FC}" srcOrd="0" destOrd="0" presId="urn:microsoft.com/office/officeart/2005/8/layout/radial2"/>
    <dgm:cxn modelId="{AB597042-9666-4B44-A248-FF5174364CD8}" type="presParOf" srcId="{F7502B6A-778C-4EAE-845C-B31A9B41BD1C}" destId="{86CCF989-D325-4360-BB5A-D4A86AA598FC}" srcOrd="1" destOrd="0" presId="urn:microsoft.com/office/officeart/2005/8/layout/radial2"/>
    <dgm:cxn modelId="{33DD1225-FAE6-42FF-ABBA-A32CD68862B7}" type="presParOf" srcId="{34570FE4-6CCC-4AEB-994C-A995CFED1BF6}" destId="{D8748EA4-233F-4A43-B8D8-81936D8004B5}" srcOrd="3" destOrd="0" presId="urn:microsoft.com/office/officeart/2005/8/layout/radial2"/>
    <dgm:cxn modelId="{7DA06EA4-DD53-4094-A818-56D4C0755C50}" type="presParOf" srcId="{34570FE4-6CCC-4AEB-994C-A995CFED1BF6}" destId="{2513E1C2-A6FD-49EC-931D-3E9D429F156B}" srcOrd="4" destOrd="0" presId="urn:microsoft.com/office/officeart/2005/8/layout/radial2"/>
    <dgm:cxn modelId="{4A3F05A1-8C8F-452B-A24C-9757308109CF}" type="presParOf" srcId="{2513E1C2-A6FD-49EC-931D-3E9D429F156B}" destId="{55BE5C14-9463-4573-BC90-75C12D5745D9}" srcOrd="0" destOrd="0" presId="urn:microsoft.com/office/officeart/2005/8/layout/radial2"/>
    <dgm:cxn modelId="{37DF0603-90C6-4A3A-AFF1-CAFBC8928A3D}" type="presParOf" srcId="{2513E1C2-A6FD-49EC-931D-3E9D429F156B}" destId="{3466B807-C19F-4C2A-A0EF-48DBC1FF27C4}" srcOrd="1" destOrd="0" presId="urn:microsoft.com/office/officeart/2005/8/layout/radial2"/>
    <dgm:cxn modelId="{F83FD47C-0225-4743-A458-6DDCA6E65A90}" type="presParOf" srcId="{34570FE4-6CCC-4AEB-994C-A995CFED1BF6}" destId="{C52F0545-168C-4AEE-BB8B-71987C5E6B7B}" srcOrd="5" destOrd="0" presId="urn:microsoft.com/office/officeart/2005/8/layout/radial2"/>
    <dgm:cxn modelId="{9D8107A8-D6D2-4FFE-ABA8-4C5FD38E9847}" type="presParOf" srcId="{34570FE4-6CCC-4AEB-994C-A995CFED1BF6}" destId="{861C5CA6-ACF9-46F6-8238-4C9BD1D2A21E}" srcOrd="6" destOrd="0" presId="urn:microsoft.com/office/officeart/2005/8/layout/radial2"/>
    <dgm:cxn modelId="{C3CEDDBA-8E75-45D9-A444-E4008331F444}" type="presParOf" srcId="{861C5CA6-ACF9-46F6-8238-4C9BD1D2A21E}" destId="{7EF9B09D-84BE-4984-8DF9-89BDDFE58F39}" srcOrd="0" destOrd="0" presId="urn:microsoft.com/office/officeart/2005/8/layout/radial2"/>
    <dgm:cxn modelId="{51834921-6E2F-487B-BE14-BD8DB078CB55}" type="presParOf" srcId="{861C5CA6-ACF9-46F6-8238-4C9BD1D2A21E}" destId="{C14C1231-DDE8-4411-820F-225D9B389A57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D87EFB-D591-4227-BB84-7D2557CB01F1}" type="doc">
      <dgm:prSet loTypeId="urn:microsoft.com/office/officeart/2005/8/layout/hProcess4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pl-PL"/>
        </a:p>
      </dgm:t>
    </dgm:pt>
    <dgm:pt modelId="{059B7CCA-1621-4F6E-97AA-46F536D65698}">
      <dgm:prSet phldrT="[Tekst]" phldr="0"/>
      <dgm:spPr/>
      <dgm:t>
        <a:bodyPr/>
        <a:lstStyle/>
        <a:p>
          <a:r>
            <a:rPr lang="pl-PL" dirty="0"/>
            <a:t>MOLECULE/ CALCULATION</a:t>
          </a:r>
        </a:p>
      </dgm:t>
    </dgm:pt>
    <dgm:pt modelId="{CB66CE36-33A6-4C2E-842A-EB8FDA79AD51}" type="parTrans" cxnId="{BFAD82BB-F6D8-4D2C-B52F-09706A6E2324}">
      <dgm:prSet/>
      <dgm:spPr/>
      <dgm:t>
        <a:bodyPr/>
        <a:lstStyle/>
        <a:p>
          <a:endParaRPr lang="pl-PL"/>
        </a:p>
      </dgm:t>
    </dgm:pt>
    <dgm:pt modelId="{552865E1-14D7-4380-8CF6-DDC63D768463}" type="sibTrans" cxnId="{BFAD82BB-F6D8-4D2C-B52F-09706A6E2324}">
      <dgm:prSet/>
      <dgm:spPr/>
      <dgm:t>
        <a:bodyPr/>
        <a:lstStyle/>
        <a:p>
          <a:endParaRPr lang="pl-PL"/>
        </a:p>
      </dgm:t>
    </dgm:pt>
    <dgm:pt modelId="{ECFFF52C-4AF8-4DE9-BBB7-A9565518A06A}">
      <dgm:prSet phldrT="[Tekst]" phldr="0"/>
      <dgm:spPr/>
      <dgm:t>
        <a:bodyPr/>
        <a:lstStyle/>
        <a:p>
          <a:r>
            <a:rPr lang="pl-PL" dirty="0"/>
            <a:t>PROPERTY INITIALIZATION</a:t>
          </a:r>
        </a:p>
      </dgm:t>
    </dgm:pt>
    <dgm:pt modelId="{47E230D9-3976-400A-BC2F-C312C1A78909}" type="parTrans" cxnId="{C6C9BA8F-0B74-4EEC-98EF-6522C002AEDA}">
      <dgm:prSet/>
      <dgm:spPr/>
      <dgm:t>
        <a:bodyPr/>
        <a:lstStyle/>
        <a:p>
          <a:endParaRPr lang="pl-PL"/>
        </a:p>
      </dgm:t>
    </dgm:pt>
    <dgm:pt modelId="{589EA619-E2B8-4BE4-8AAA-0E5F0C2ED4B7}" type="sibTrans" cxnId="{C6C9BA8F-0B74-4EEC-98EF-6522C002AEDA}">
      <dgm:prSet/>
      <dgm:spPr/>
      <dgm:t>
        <a:bodyPr/>
        <a:lstStyle/>
        <a:p>
          <a:endParaRPr lang="pl-PL"/>
        </a:p>
      </dgm:t>
    </dgm:pt>
    <dgm:pt modelId="{ECA05521-4C56-4099-B9F3-0E1973C4E82D}">
      <dgm:prSet phldrT="[Tekst]" phldr="0"/>
      <dgm:spPr/>
      <dgm:t>
        <a:bodyPr/>
        <a:lstStyle/>
        <a:p>
          <a:r>
            <a:rPr lang="pl-PL" dirty="0"/>
            <a:t>UNMASK &amp; READ INPUT</a:t>
          </a:r>
        </a:p>
      </dgm:t>
    </dgm:pt>
    <dgm:pt modelId="{EF7DCE83-547F-4ECA-8A2E-545766DC2FE2}" type="parTrans" cxnId="{E504CC6A-D3C6-4BBA-9AEB-AD60BCC1A734}">
      <dgm:prSet/>
      <dgm:spPr/>
      <dgm:t>
        <a:bodyPr/>
        <a:lstStyle/>
        <a:p>
          <a:endParaRPr lang="pl-PL"/>
        </a:p>
      </dgm:t>
    </dgm:pt>
    <dgm:pt modelId="{72ED1A0E-B5D9-444E-BAED-15180A170F81}" type="sibTrans" cxnId="{E504CC6A-D3C6-4BBA-9AEB-AD60BCC1A734}">
      <dgm:prSet/>
      <dgm:spPr/>
      <dgm:t>
        <a:bodyPr/>
        <a:lstStyle/>
        <a:p>
          <a:endParaRPr lang="pl-PL"/>
        </a:p>
      </dgm:t>
    </dgm:pt>
    <dgm:pt modelId="{8DEF152E-8B43-4C82-97B0-06B786F61409}">
      <dgm:prSet phldrT="[Tekst]" phldr="0"/>
      <dgm:spPr/>
      <dgm:t>
        <a:bodyPr/>
        <a:lstStyle/>
        <a:p>
          <a:r>
            <a:rPr lang="pl-PL" dirty="0"/>
            <a:t>PREPARE INTERMEDIATES</a:t>
          </a:r>
        </a:p>
      </dgm:t>
    </dgm:pt>
    <dgm:pt modelId="{6FDC9EF9-1791-41F0-BAD2-B640F6BFCC72}" type="parTrans" cxnId="{15A8775B-4FEE-466E-8559-1D1C3CA2D26A}">
      <dgm:prSet/>
      <dgm:spPr/>
      <dgm:t>
        <a:bodyPr/>
        <a:lstStyle/>
        <a:p>
          <a:endParaRPr lang="pl-PL"/>
        </a:p>
      </dgm:t>
    </dgm:pt>
    <dgm:pt modelId="{3D3DD426-E8E1-47F7-A09E-DA2848C30022}" type="sibTrans" cxnId="{15A8775B-4FEE-466E-8559-1D1C3CA2D26A}">
      <dgm:prSet/>
      <dgm:spPr/>
      <dgm:t>
        <a:bodyPr/>
        <a:lstStyle/>
        <a:p>
          <a:endParaRPr lang="pl-PL"/>
        </a:p>
      </dgm:t>
    </dgm:pt>
    <dgm:pt modelId="{3F652F7C-B4A6-478A-9A44-FA406C40F8B5}">
      <dgm:prSet phldrT="[Tekst]" phldr="0"/>
      <dgm:spPr/>
      <dgm:t>
        <a:bodyPr/>
        <a:lstStyle/>
        <a:p>
          <a:r>
            <a:rPr lang="pl-PL" dirty="0"/>
            <a:t>PROPERTY COMPUTATION</a:t>
          </a:r>
        </a:p>
      </dgm:t>
    </dgm:pt>
    <dgm:pt modelId="{8BABD2A0-E52A-42C6-A977-95E5B8BED7A6}" type="parTrans" cxnId="{156EDBEC-2664-4C10-9F28-F0A21DC4DCD8}">
      <dgm:prSet/>
      <dgm:spPr/>
      <dgm:t>
        <a:bodyPr/>
        <a:lstStyle/>
        <a:p>
          <a:endParaRPr lang="pl-PL"/>
        </a:p>
      </dgm:t>
    </dgm:pt>
    <dgm:pt modelId="{6BFB29A3-58FE-454C-87AB-E24DDC0EC725}" type="sibTrans" cxnId="{156EDBEC-2664-4C10-9F28-F0A21DC4DCD8}">
      <dgm:prSet/>
      <dgm:spPr/>
      <dgm:t>
        <a:bodyPr/>
        <a:lstStyle/>
        <a:p>
          <a:endParaRPr lang="pl-PL"/>
        </a:p>
      </dgm:t>
    </dgm:pt>
    <dgm:pt modelId="{EA7DDD9C-FF46-4CC3-BC26-EA9BC423F2B2}">
      <dgm:prSet phldrT="[Tekst]" phldr="0"/>
      <dgm:spPr/>
      <dgm:t>
        <a:bodyPr/>
        <a:lstStyle/>
        <a:p>
          <a:endParaRPr lang="pl-PL" dirty="0"/>
        </a:p>
      </dgm:t>
    </dgm:pt>
    <dgm:pt modelId="{031AD8A7-9DCB-4F0F-B28D-B819F9C8EE4B}" type="parTrans" cxnId="{42E4FC6E-50FC-47F6-8BCC-5C5DDD0FFFE6}">
      <dgm:prSet/>
      <dgm:spPr/>
      <dgm:t>
        <a:bodyPr/>
        <a:lstStyle/>
        <a:p>
          <a:endParaRPr lang="pl-PL"/>
        </a:p>
      </dgm:t>
    </dgm:pt>
    <dgm:pt modelId="{5BD28D1B-BB6B-460B-8E58-9F6AD6B53443}" type="sibTrans" cxnId="{42E4FC6E-50FC-47F6-8BCC-5C5DDD0FFFE6}">
      <dgm:prSet/>
      <dgm:spPr/>
      <dgm:t>
        <a:bodyPr/>
        <a:lstStyle/>
        <a:p>
          <a:endParaRPr lang="pl-PL"/>
        </a:p>
      </dgm:t>
    </dgm:pt>
    <dgm:pt modelId="{54978C81-F1C2-4D79-AD19-5A1A067DE24F}">
      <dgm:prSet phldrT="[Tekst]" phldr="0"/>
      <dgm:spPr/>
      <dgm:t>
        <a:bodyPr/>
        <a:lstStyle/>
        <a:p>
          <a:r>
            <a:rPr lang="pl-PL" dirty="0"/>
            <a:t>RESULTS</a:t>
          </a:r>
        </a:p>
      </dgm:t>
    </dgm:pt>
    <dgm:pt modelId="{CAC1AE32-D14A-468C-BB53-9FCF9A947A99}" type="parTrans" cxnId="{2F39A1AF-F86B-4D3D-8305-E85CB8689574}">
      <dgm:prSet/>
      <dgm:spPr/>
      <dgm:t>
        <a:bodyPr/>
        <a:lstStyle/>
        <a:p>
          <a:endParaRPr lang="pl-PL"/>
        </a:p>
      </dgm:t>
    </dgm:pt>
    <dgm:pt modelId="{9AC515E7-EFE8-429D-845A-672E4457D85C}" type="sibTrans" cxnId="{2F39A1AF-F86B-4D3D-8305-E85CB8689574}">
      <dgm:prSet/>
      <dgm:spPr/>
      <dgm:t>
        <a:bodyPr/>
        <a:lstStyle/>
        <a:p>
          <a:endParaRPr lang="pl-PL"/>
        </a:p>
      </dgm:t>
    </dgm:pt>
    <dgm:pt modelId="{4E6A331C-29AD-4775-A0E2-8CE23C3DBE66}" type="pres">
      <dgm:prSet presAssocID="{58D87EFB-D591-4227-BB84-7D2557CB01F1}" presName="Name0" presStyleCnt="0">
        <dgm:presLayoutVars>
          <dgm:dir/>
          <dgm:animLvl val="lvl"/>
          <dgm:resizeHandles val="exact"/>
        </dgm:presLayoutVars>
      </dgm:prSet>
      <dgm:spPr/>
    </dgm:pt>
    <dgm:pt modelId="{5A0CA6DD-5E22-4F85-9FC9-7C11E28072D6}" type="pres">
      <dgm:prSet presAssocID="{58D87EFB-D591-4227-BB84-7D2557CB01F1}" presName="tSp" presStyleCnt="0"/>
      <dgm:spPr/>
    </dgm:pt>
    <dgm:pt modelId="{0A3AB35D-08DD-4738-BC19-963FAF5879D1}" type="pres">
      <dgm:prSet presAssocID="{58D87EFB-D591-4227-BB84-7D2557CB01F1}" presName="bSp" presStyleCnt="0"/>
      <dgm:spPr/>
    </dgm:pt>
    <dgm:pt modelId="{B3694028-697A-4BF8-853E-0A4545FB8883}" type="pres">
      <dgm:prSet presAssocID="{58D87EFB-D591-4227-BB84-7D2557CB01F1}" presName="process" presStyleCnt="0"/>
      <dgm:spPr/>
    </dgm:pt>
    <dgm:pt modelId="{7D24232C-3788-40B3-90B7-1FCB78C249AA}" type="pres">
      <dgm:prSet presAssocID="{059B7CCA-1621-4F6E-97AA-46F536D65698}" presName="composite1" presStyleCnt="0"/>
      <dgm:spPr/>
    </dgm:pt>
    <dgm:pt modelId="{66013447-489B-4DCB-BBE4-704D02D5C650}" type="pres">
      <dgm:prSet presAssocID="{059B7CCA-1621-4F6E-97AA-46F536D65698}" presName="dummyNode1" presStyleLbl="node1" presStyleIdx="0" presStyleCnt="6"/>
      <dgm:spPr/>
    </dgm:pt>
    <dgm:pt modelId="{FE398CAC-0EBA-45F2-99CF-3291E38FAAB8}" type="pres">
      <dgm:prSet presAssocID="{059B7CCA-1621-4F6E-97AA-46F536D65698}" presName="childNode1" presStyleLbl="bgAcc1" presStyleIdx="0" presStyleCnt="6" custFlipVert="1" custFlipHor="0" custScaleX="101232" custScaleY="154934" custLinFactNeighborX="-351" custLinFactNeighborY="-23204">
        <dgm:presLayoutVars>
          <dgm:bulletEnabled val="1"/>
        </dgm:presLayoutVars>
      </dgm:prSet>
      <dgm:spPr/>
    </dgm:pt>
    <dgm:pt modelId="{AFA21856-CE71-42E5-8DFD-AC135BD89CB0}" type="pres">
      <dgm:prSet presAssocID="{059B7CCA-1621-4F6E-97AA-46F536D65698}" presName="childNode1tx" presStyleLbl="bgAcc1" presStyleIdx="0" presStyleCnt="6">
        <dgm:presLayoutVars>
          <dgm:bulletEnabled val="1"/>
        </dgm:presLayoutVars>
      </dgm:prSet>
      <dgm:spPr/>
    </dgm:pt>
    <dgm:pt modelId="{976AB69A-08AC-422D-AECA-7A4C01F0414C}" type="pres">
      <dgm:prSet presAssocID="{059B7CCA-1621-4F6E-97AA-46F536D65698}" presName="parentNode1" presStyleLbl="node1" presStyleIdx="0" presStyleCnt="6">
        <dgm:presLayoutVars>
          <dgm:chMax val="1"/>
          <dgm:bulletEnabled val="1"/>
        </dgm:presLayoutVars>
      </dgm:prSet>
      <dgm:spPr/>
    </dgm:pt>
    <dgm:pt modelId="{755378AA-4E1A-4E15-BD8A-29BE92465AA8}" type="pres">
      <dgm:prSet presAssocID="{059B7CCA-1621-4F6E-97AA-46F536D65698}" presName="connSite1" presStyleCnt="0"/>
      <dgm:spPr/>
    </dgm:pt>
    <dgm:pt modelId="{F9F0F577-622C-4730-BC8A-673C6C099947}" type="pres">
      <dgm:prSet presAssocID="{552865E1-14D7-4380-8CF6-DDC63D768463}" presName="Name9" presStyleLbl="sibTrans2D1" presStyleIdx="0" presStyleCnt="5"/>
      <dgm:spPr/>
    </dgm:pt>
    <dgm:pt modelId="{9C2E4070-58E7-47B0-8923-CF5201299402}" type="pres">
      <dgm:prSet presAssocID="{ECFFF52C-4AF8-4DE9-BBB7-A9565518A06A}" presName="composite2" presStyleCnt="0"/>
      <dgm:spPr/>
    </dgm:pt>
    <dgm:pt modelId="{0FD720BF-586D-414B-9DB8-AB2C48AEEA4A}" type="pres">
      <dgm:prSet presAssocID="{ECFFF52C-4AF8-4DE9-BBB7-A9565518A06A}" presName="dummyNode2" presStyleLbl="node1" presStyleIdx="0" presStyleCnt="6"/>
      <dgm:spPr/>
    </dgm:pt>
    <dgm:pt modelId="{95345DEB-E273-4E75-9FA5-C349AB83AAAF}" type="pres">
      <dgm:prSet presAssocID="{ECFFF52C-4AF8-4DE9-BBB7-A9565518A06A}" presName="childNode2" presStyleLbl="bgAcc1" presStyleIdx="1" presStyleCnt="6" custScaleY="153741" custLinFactNeighborX="1315" custLinFactNeighborY="23030">
        <dgm:presLayoutVars>
          <dgm:bulletEnabled val="1"/>
        </dgm:presLayoutVars>
      </dgm:prSet>
      <dgm:spPr/>
    </dgm:pt>
    <dgm:pt modelId="{6C5176B1-27E5-4547-9C6E-318D2005EE92}" type="pres">
      <dgm:prSet presAssocID="{ECFFF52C-4AF8-4DE9-BBB7-A9565518A06A}" presName="childNode2tx" presStyleLbl="bgAcc1" presStyleIdx="1" presStyleCnt="6">
        <dgm:presLayoutVars>
          <dgm:bulletEnabled val="1"/>
        </dgm:presLayoutVars>
      </dgm:prSet>
      <dgm:spPr/>
    </dgm:pt>
    <dgm:pt modelId="{FF8C424C-9C04-49CB-B359-DE46BA7C4C8F}" type="pres">
      <dgm:prSet presAssocID="{ECFFF52C-4AF8-4DE9-BBB7-A9565518A06A}" presName="parentNode2" presStyleLbl="node1" presStyleIdx="1" presStyleCnt="6">
        <dgm:presLayoutVars>
          <dgm:chMax val="0"/>
          <dgm:bulletEnabled val="1"/>
        </dgm:presLayoutVars>
      </dgm:prSet>
      <dgm:spPr/>
    </dgm:pt>
    <dgm:pt modelId="{C701DB1E-3921-4D9D-91CB-FA6D6762B0F9}" type="pres">
      <dgm:prSet presAssocID="{ECFFF52C-4AF8-4DE9-BBB7-A9565518A06A}" presName="connSite2" presStyleCnt="0"/>
      <dgm:spPr/>
    </dgm:pt>
    <dgm:pt modelId="{ADDE7450-74F0-447A-BB3D-58BDFF480F9A}" type="pres">
      <dgm:prSet presAssocID="{589EA619-E2B8-4BE4-8AAA-0E5F0C2ED4B7}" presName="Name18" presStyleLbl="sibTrans2D1" presStyleIdx="1" presStyleCnt="5"/>
      <dgm:spPr/>
    </dgm:pt>
    <dgm:pt modelId="{9902C483-BD56-4531-B5CB-FF61FA6F21B4}" type="pres">
      <dgm:prSet presAssocID="{ECA05521-4C56-4099-B9F3-0E1973C4E82D}" presName="composite1" presStyleCnt="0"/>
      <dgm:spPr/>
    </dgm:pt>
    <dgm:pt modelId="{E7F8BC55-E1B7-4D3D-971B-657FBDECAEB6}" type="pres">
      <dgm:prSet presAssocID="{ECA05521-4C56-4099-B9F3-0E1973C4E82D}" presName="dummyNode1" presStyleLbl="node1" presStyleIdx="1" presStyleCnt="6"/>
      <dgm:spPr/>
    </dgm:pt>
    <dgm:pt modelId="{76D38A79-ADE8-4C53-A150-28F2A11B057D}" type="pres">
      <dgm:prSet presAssocID="{ECA05521-4C56-4099-B9F3-0E1973C4E82D}" presName="childNode1" presStyleLbl="bgAcc1" presStyleIdx="2" presStyleCnt="6" custScaleY="161520" custLinFactNeighborX="-508" custLinFactNeighborY="-24197">
        <dgm:presLayoutVars>
          <dgm:bulletEnabled val="1"/>
        </dgm:presLayoutVars>
      </dgm:prSet>
      <dgm:spPr/>
    </dgm:pt>
    <dgm:pt modelId="{E586DE0A-C15D-4E33-B7FB-C85F75EEB920}" type="pres">
      <dgm:prSet presAssocID="{ECA05521-4C56-4099-B9F3-0E1973C4E82D}" presName="childNode1tx" presStyleLbl="bgAcc1" presStyleIdx="2" presStyleCnt="6">
        <dgm:presLayoutVars>
          <dgm:bulletEnabled val="1"/>
        </dgm:presLayoutVars>
      </dgm:prSet>
      <dgm:spPr/>
    </dgm:pt>
    <dgm:pt modelId="{CE5CAAA7-4A89-40EA-A52C-37E0FED22DDC}" type="pres">
      <dgm:prSet presAssocID="{ECA05521-4C56-4099-B9F3-0E1973C4E82D}" presName="parentNode1" presStyleLbl="node1" presStyleIdx="2" presStyleCnt="6" custLinFactNeighborX="-1565" custLinFactNeighborY="43927">
        <dgm:presLayoutVars>
          <dgm:chMax val="1"/>
          <dgm:bulletEnabled val="1"/>
        </dgm:presLayoutVars>
      </dgm:prSet>
      <dgm:spPr/>
    </dgm:pt>
    <dgm:pt modelId="{B0602922-6AAE-4099-A616-43378BEE29FC}" type="pres">
      <dgm:prSet presAssocID="{ECA05521-4C56-4099-B9F3-0E1973C4E82D}" presName="connSite1" presStyleCnt="0"/>
      <dgm:spPr/>
    </dgm:pt>
    <dgm:pt modelId="{64359237-230F-4CFD-A960-F8CF9872BCDD}" type="pres">
      <dgm:prSet presAssocID="{72ED1A0E-B5D9-444E-BAED-15180A170F81}" presName="Name9" presStyleLbl="sibTrans2D1" presStyleIdx="2" presStyleCnt="5"/>
      <dgm:spPr/>
    </dgm:pt>
    <dgm:pt modelId="{5AC9255A-71C4-4C77-BC59-11C327B60C83}" type="pres">
      <dgm:prSet presAssocID="{8DEF152E-8B43-4C82-97B0-06B786F61409}" presName="composite2" presStyleCnt="0"/>
      <dgm:spPr/>
    </dgm:pt>
    <dgm:pt modelId="{8AF71DBB-68DD-43D5-9448-4EB30481B542}" type="pres">
      <dgm:prSet presAssocID="{8DEF152E-8B43-4C82-97B0-06B786F61409}" presName="dummyNode2" presStyleLbl="node1" presStyleIdx="2" presStyleCnt="6"/>
      <dgm:spPr/>
    </dgm:pt>
    <dgm:pt modelId="{D4F19BCA-0BDD-4ECF-A4C1-3A0CA4AEE703}" type="pres">
      <dgm:prSet presAssocID="{8DEF152E-8B43-4C82-97B0-06B786F61409}" presName="childNode2" presStyleLbl="bgAcc1" presStyleIdx="3" presStyleCnt="6" custScaleY="113915" custLinFactNeighborX="2432" custLinFactNeighborY="7637">
        <dgm:presLayoutVars>
          <dgm:bulletEnabled val="1"/>
        </dgm:presLayoutVars>
      </dgm:prSet>
      <dgm:spPr/>
    </dgm:pt>
    <dgm:pt modelId="{7F9BD196-BD05-4437-8C57-96DE27CFB9B8}" type="pres">
      <dgm:prSet presAssocID="{8DEF152E-8B43-4C82-97B0-06B786F61409}" presName="childNode2tx" presStyleLbl="bgAcc1" presStyleIdx="3" presStyleCnt="6">
        <dgm:presLayoutVars>
          <dgm:bulletEnabled val="1"/>
        </dgm:presLayoutVars>
      </dgm:prSet>
      <dgm:spPr/>
    </dgm:pt>
    <dgm:pt modelId="{20FAE5BA-8B47-43D0-82FD-5C00A3FD3EDE}" type="pres">
      <dgm:prSet presAssocID="{8DEF152E-8B43-4C82-97B0-06B786F61409}" presName="parentNode2" presStyleLbl="node1" presStyleIdx="3" presStyleCnt="6">
        <dgm:presLayoutVars>
          <dgm:chMax val="0"/>
          <dgm:bulletEnabled val="1"/>
        </dgm:presLayoutVars>
      </dgm:prSet>
      <dgm:spPr/>
    </dgm:pt>
    <dgm:pt modelId="{388B34AA-241D-4277-B896-AE553E8D5E99}" type="pres">
      <dgm:prSet presAssocID="{8DEF152E-8B43-4C82-97B0-06B786F61409}" presName="connSite2" presStyleCnt="0"/>
      <dgm:spPr/>
    </dgm:pt>
    <dgm:pt modelId="{B6632B60-94D8-4106-9FFE-35008CBF216D}" type="pres">
      <dgm:prSet presAssocID="{3D3DD426-E8E1-47F7-A09E-DA2848C30022}" presName="Name18" presStyleLbl="sibTrans2D1" presStyleIdx="3" presStyleCnt="5"/>
      <dgm:spPr/>
    </dgm:pt>
    <dgm:pt modelId="{F22A9993-866F-498F-BD12-B419C9F89090}" type="pres">
      <dgm:prSet presAssocID="{3F652F7C-B4A6-478A-9A44-FA406C40F8B5}" presName="composite1" presStyleCnt="0"/>
      <dgm:spPr/>
    </dgm:pt>
    <dgm:pt modelId="{FF1201C7-223B-43A6-B95B-F956DDCD20FE}" type="pres">
      <dgm:prSet presAssocID="{3F652F7C-B4A6-478A-9A44-FA406C40F8B5}" presName="dummyNode1" presStyleLbl="node1" presStyleIdx="3" presStyleCnt="6"/>
      <dgm:spPr/>
    </dgm:pt>
    <dgm:pt modelId="{C63BC264-C6EC-4C7C-B10B-26B1BB913131}" type="pres">
      <dgm:prSet presAssocID="{3F652F7C-B4A6-478A-9A44-FA406C40F8B5}" presName="childNode1" presStyleLbl="bgAcc1" presStyleIdx="4" presStyleCnt="6" custScaleY="114660" custLinFactNeighborX="-344" custLinFactNeighborY="-13125">
        <dgm:presLayoutVars>
          <dgm:bulletEnabled val="1"/>
        </dgm:presLayoutVars>
      </dgm:prSet>
      <dgm:spPr/>
    </dgm:pt>
    <dgm:pt modelId="{1F7D8D41-A478-4402-9425-78F2896B6845}" type="pres">
      <dgm:prSet presAssocID="{3F652F7C-B4A6-478A-9A44-FA406C40F8B5}" presName="childNode1tx" presStyleLbl="bgAcc1" presStyleIdx="4" presStyleCnt="6">
        <dgm:presLayoutVars>
          <dgm:bulletEnabled val="1"/>
        </dgm:presLayoutVars>
      </dgm:prSet>
      <dgm:spPr/>
    </dgm:pt>
    <dgm:pt modelId="{1FCDC889-02DA-4F65-8483-1EE0BE395CD3}" type="pres">
      <dgm:prSet presAssocID="{3F652F7C-B4A6-478A-9A44-FA406C40F8B5}" presName="parentNode1" presStyleLbl="node1" presStyleIdx="4" presStyleCnt="6">
        <dgm:presLayoutVars>
          <dgm:chMax val="1"/>
          <dgm:bulletEnabled val="1"/>
        </dgm:presLayoutVars>
      </dgm:prSet>
      <dgm:spPr/>
    </dgm:pt>
    <dgm:pt modelId="{4D8DC55C-CA7E-4028-B4B7-D47D54BD1BC8}" type="pres">
      <dgm:prSet presAssocID="{3F652F7C-B4A6-478A-9A44-FA406C40F8B5}" presName="connSite1" presStyleCnt="0"/>
      <dgm:spPr/>
    </dgm:pt>
    <dgm:pt modelId="{8703C1D8-2431-4815-AA1F-C75C6ED5AD35}" type="pres">
      <dgm:prSet presAssocID="{6BFB29A3-58FE-454C-87AB-E24DDC0EC725}" presName="Name9" presStyleLbl="sibTrans2D1" presStyleIdx="4" presStyleCnt="5"/>
      <dgm:spPr/>
    </dgm:pt>
    <dgm:pt modelId="{B2ACBB3E-E1D5-4CBE-94A7-4D806A8652DE}" type="pres">
      <dgm:prSet presAssocID="{54978C81-F1C2-4D79-AD19-5A1A067DE24F}" presName="composite2" presStyleCnt="0"/>
      <dgm:spPr/>
    </dgm:pt>
    <dgm:pt modelId="{8202D4E2-EDC1-4B71-A769-6877EB4CA22D}" type="pres">
      <dgm:prSet presAssocID="{54978C81-F1C2-4D79-AD19-5A1A067DE24F}" presName="dummyNode2" presStyleLbl="node1" presStyleIdx="4" presStyleCnt="6"/>
      <dgm:spPr/>
    </dgm:pt>
    <dgm:pt modelId="{C657EFF7-FB96-4EE2-B0E2-6A555FF3062C}" type="pres">
      <dgm:prSet presAssocID="{54978C81-F1C2-4D79-AD19-5A1A067DE24F}" presName="childNode2" presStyleLbl="bgAcc1" presStyleIdx="5" presStyleCnt="6" custScaleY="159873" custLinFactNeighborX="-21" custLinFactNeighborY="39944">
        <dgm:presLayoutVars>
          <dgm:bulletEnabled val="1"/>
        </dgm:presLayoutVars>
      </dgm:prSet>
      <dgm:spPr/>
    </dgm:pt>
    <dgm:pt modelId="{7EC330C8-378C-4D13-8A7F-5E7F0BE9E818}" type="pres">
      <dgm:prSet presAssocID="{54978C81-F1C2-4D79-AD19-5A1A067DE24F}" presName="childNode2tx" presStyleLbl="bgAcc1" presStyleIdx="5" presStyleCnt="6">
        <dgm:presLayoutVars>
          <dgm:bulletEnabled val="1"/>
        </dgm:presLayoutVars>
      </dgm:prSet>
      <dgm:spPr/>
    </dgm:pt>
    <dgm:pt modelId="{ED0F4CF4-4E08-4708-A746-EFB69F2CAC99}" type="pres">
      <dgm:prSet presAssocID="{54978C81-F1C2-4D79-AD19-5A1A067DE24F}" presName="parentNode2" presStyleLbl="node1" presStyleIdx="5" presStyleCnt="6">
        <dgm:presLayoutVars>
          <dgm:chMax val="0"/>
          <dgm:bulletEnabled val="1"/>
        </dgm:presLayoutVars>
      </dgm:prSet>
      <dgm:spPr/>
    </dgm:pt>
    <dgm:pt modelId="{6C11EDFF-E439-409B-96B3-3C11871D6472}" type="pres">
      <dgm:prSet presAssocID="{54978C81-F1C2-4D79-AD19-5A1A067DE24F}" presName="connSite2" presStyleCnt="0"/>
      <dgm:spPr/>
    </dgm:pt>
  </dgm:ptLst>
  <dgm:cxnLst>
    <dgm:cxn modelId="{B2B4DD1F-27ED-4A82-B8B7-342FDEC1BB18}" type="presOf" srcId="{059B7CCA-1621-4F6E-97AA-46F536D65698}" destId="{976AB69A-08AC-422D-AECA-7A4C01F0414C}" srcOrd="0" destOrd="0" presId="urn:microsoft.com/office/officeart/2005/8/layout/hProcess4"/>
    <dgm:cxn modelId="{92FD882C-1C7B-465A-A7C8-0F402F5A50AA}" type="presOf" srcId="{72ED1A0E-B5D9-444E-BAED-15180A170F81}" destId="{64359237-230F-4CFD-A960-F8CF9872BCDD}" srcOrd="0" destOrd="0" presId="urn:microsoft.com/office/officeart/2005/8/layout/hProcess4"/>
    <dgm:cxn modelId="{665E073E-D364-4607-A43C-99F957047ABB}" type="presOf" srcId="{EA7DDD9C-FF46-4CC3-BC26-EA9BC423F2B2}" destId="{AFA21856-CE71-42E5-8DFD-AC135BD89CB0}" srcOrd="1" destOrd="0" presId="urn:microsoft.com/office/officeart/2005/8/layout/hProcess4"/>
    <dgm:cxn modelId="{15A8775B-4FEE-466E-8559-1D1C3CA2D26A}" srcId="{58D87EFB-D591-4227-BB84-7D2557CB01F1}" destId="{8DEF152E-8B43-4C82-97B0-06B786F61409}" srcOrd="3" destOrd="0" parTransId="{6FDC9EF9-1791-41F0-BAD2-B640F6BFCC72}" sibTransId="{3D3DD426-E8E1-47F7-A09E-DA2848C30022}"/>
    <dgm:cxn modelId="{BC70A963-E248-4A7C-8C03-4F5F13DA9A63}" type="presOf" srcId="{58D87EFB-D591-4227-BB84-7D2557CB01F1}" destId="{4E6A331C-29AD-4775-A0E2-8CE23C3DBE66}" srcOrd="0" destOrd="0" presId="urn:microsoft.com/office/officeart/2005/8/layout/hProcess4"/>
    <dgm:cxn modelId="{E504CC6A-D3C6-4BBA-9AEB-AD60BCC1A734}" srcId="{58D87EFB-D591-4227-BB84-7D2557CB01F1}" destId="{ECA05521-4C56-4099-B9F3-0E1973C4E82D}" srcOrd="2" destOrd="0" parTransId="{EF7DCE83-547F-4ECA-8A2E-545766DC2FE2}" sibTransId="{72ED1A0E-B5D9-444E-BAED-15180A170F81}"/>
    <dgm:cxn modelId="{118E7B4E-BF7F-450B-AF61-2D702A42F134}" type="presOf" srcId="{6BFB29A3-58FE-454C-87AB-E24DDC0EC725}" destId="{8703C1D8-2431-4815-AA1F-C75C6ED5AD35}" srcOrd="0" destOrd="0" presId="urn:microsoft.com/office/officeart/2005/8/layout/hProcess4"/>
    <dgm:cxn modelId="{42E4FC6E-50FC-47F6-8BCC-5C5DDD0FFFE6}" srcId="{059B7CCA-1621-4F6E-97AA-46F536D65698}" destId="{EA7DDD9C-FF46-4CC3-BC26-EA9BC423F2B2}" srcOrd="0" destOrd="0" parTransId="{031AD8A7-9DCB-4F0F-B28D-B819F9C8EE4B}" sibTransId="{5BD28D1B-BB6B-460B-8E58-9F6AD6B53443}"/>
    <dgm:cxn modelId="{29D12255-43BE-414F-B782-3C64519060BE}" type="presOf" srcId="{3D3DD426-E8E1-47F7-A09E-DA2848C30022}" destId="{B6632B60-94D8-4106-9FFE-35008CBF216D}" srcOrd="0" destOrd="0" presId="urn:microsoft.com/office/officeart/2005/8/layout/hProcess4"/>
    <dgm:cxn modelId="{CD6BB076-2A61-4F03-9E80-5C671C280DE6}" type="presOf" srcId="{EA7DDD9C-FF46-4CC3-BC26-EA9BC423F2B2}" destId="{FE398CAC-0EBA-45F2-99CF-3291E38FAAB8}" srcOrd="0" destOrd="0" presId="urn:microsoft.com/office/officeart/2005/8/layout/hProcess4"/>
    <dgm:cxn modelId="{C6C9BA8F-0B74-4EEC-98EF-6522C002AEDA}" srcId="{58D87EFB-D591-4227-BB84-7D2557CB01F1}" destId="{ECFFF52C-4AF8-4DE9-BBB7-A9565518A06A}" srcOrd="1" destOrd="0" parTransId="{47E230D9-3976-400A-BC2F-C312C1A78909}" sibTransId="{589EA619-E2B8-4BE4-8AAA-0E5F0C2ED4B7}"/>
    <dgm:cxn modelId="{32A94997-FF2E-491C-BF9D-BF823B5FA52D}" type="presOf" srcId="{552865E1-14D7-4380-8CF6-DDC63D768463}" destId="{F9F0F577-622C-4730-BC8A-673C6C099947}" srcOrd="0" destOrd="0" presId="urn:microsoft.com/office/officeart/2005/8/layout/hProcess4"/>
    <dgm:cxn modelId="{2F39A1AF-F86B-4D3D-8305-E85CB8689574}" srcId="{58D87EFB-D591-4227-BB84-7D2557CB01F1}" destId="{54978C81-F1C2-4D79-AD19-5A1A067DE24F}" srcOrd="5" destOrd="0" parTransId="{CAC1AE32-D14A-468C-BB53-9FCF9A947A99}" sibTransId="{9AC515E7-EFE8-429D-845A-672E4457D85C}"/>
    <dgm:cxn modelId="{BFAD82BB-F6D8-4D2C-B52F-09706A6E2324}" srcId="{58D87EFB-D591-4227-BB84-7D2557CB01F1}" destId="{059B7CCA-1621-4F6E-97AA-46F536D65698}" srcOrd="0" destOrd="0" parTransId="{CB66CE36-33A6-4C2E-842A-EB8FDA79AD51}" sibTransId="{552865E1-14D7-4380-8CF6-DDC63D768463}"/>
    <dgm:cxn modelId="{60D40EDE-993B-45D3-B1BD-140E51672D2B}" type="presOf" srcId="{ECFFF52C-4AF8-4DE9-BBB7-A9565518A06A}" destId="{FF8C424C-9C04-49CB-B359-DE46BA7C4C8F}" srcOrd="0" destOrd="0" presId="urn:microsoft.com/office/officeart/2005/8/layout/hProcess4"/>
    <dgm:cxn modelId="{104192E4-ACEB-4FDF-ADD0-508F30B1CC51}" type="presOf" srcId="{54978C81-F1C2-4D79-AD19-5A1A067DE24F}" destId="{ED0F4CF4-4E08-4708-A746-EFB69F2CAC99}" srcOrd="0" destOrd="0" presId="urn:microsoft.com/office/officeart/2005/8/layout/hProcess4"/>
    <dgm:cxn modelId="{156EDBEC-2664-4C10-9F28-F0A21DC4DCD8}" srcId="{58D87EFB-D591-4227-BB84-7D2557CB01F1}" destId="{3F652F7C-B4A6-478A-9A44-FA406C40F8B5}" srcOrd="4" destOrd="0" parTransId="{8BABD2A0-E52A-42C6-A977-95E5B8BED7A6}" sibTransId="{6BFB29A3-58FE-454C-87AB-E24DDC0EC725}"/>
    <dgm:cxn modelId="{D034A2ED-0E2B-4CE4-AFB7-20F1289F71AB}" type="presOf" srcId="{589EA619-E2B8-4BE4-8AAA-0E5F0C2ED4B7}" destId="{ADDE7450-74F0-447A-BB3D-58BDFF480F9A}" srcOrd="0" destOrd="0" presId="urn:microsoft.com/office/officeart/2005/8/layout/hProcess4"/>
    <dgm:cxn modelId="{8CC2C4F2-A853-4543-A452-3882E5131038}" type="presOf" srcId="{8DEF152E-8B43-4C82-97B0-06B786F61409}" destId="{20FAE5BA-8B47-43D0-82FD-5C00A3FD3EDE}" srcOrd="0" destOrd="0" presId="urn:microsoft.com/office/officeart/2005/8/layout/hProcess4"/>
    <dgm:cxn modelId="{CD13CAF2-F851-49F8-AAD4-4F68866146BC}" type="presOf" srcId="{ECA05521-4C56-4099-B9F3-0E1973C4E82D}" destId="{CE5CAAA7-4A89-40EA-A52C-37E0FED22DDC}" srcOrd="0" destOrd="0" presId="urn:microsoft.com/office/officeart/2005/8/layout/hProcess4"/>
    <dgm:cxn modelId="{799B89F5-D47F-4634-AE87-16B5EBC7F8BE}" type="presOf" srcId="{3F652F7C-B4A6-478A-9A44-FA406C40F8B5}" destId="{1FCDC889-02DA-4F65-8483-1EE0BE395CD3}" srcOrd="0" destOrd="0" presId="urn:microsoft.com/office/officeart/2005/8/layout/hProcess4"/>
    <dgm:cxn modelId="{819B6A60-F95C-4C35-B298-675BC07F3DD0}" type="presParOf" srcId="{4E6A331C-29AD-4775-A0E2-8CE23C3DBE66}" destId="{5A0CA6DD-5E22-4F85-9FC9-7C11E28072D6}" srcOrd="0" destOrd="0" presId="urn:microsoft.com/office/officeart/2005/8/layout/hProcess4"/>
    <dgm:cxn modelId="{54364F8D-BF8C-4416-AB96-F37091D425A6}" type="presParOf" srcId="{4E6A331C-29AD-4775-A0E2-8CE23C3DBE66}" destId="{0A3AB35D-08DD-4738-BC19-963FAF5879D1}" srcOrd="1" destOrd="0" presId="urn:microsoft.com/office/officeart/2005/8/layout/hProcess4"/>
    <dgm:cxn modelId="{84D7CEFF-BE37-433B-9F1D-C98C26F498D5}" type="presParOf" srcId="{4E6A331C-29AD-4775-A0E2-8CE23C3DBE66}" destId="{B3694028-697A-4BF8-853E-0A4545FB8883}" srcOrd="2" destOrd="0" presId="urn:microsoft.com/office/officeart/2005/8/layout/hProcess4"/>
    <dgm:cxn modelId="{E1F0F299-0201-4874-BABF-90A346DD33EE}" type="presParOf" srcId="{B3694028-697A-4BF8-853E-0A4545FB8883}" destId="{7D24232C-3788-40B3-90B7-1FCB78C249AA}" srcOrd="0" destOrd="0" presId="urn:microsoft.com/office/officeart/2005/8/layout/hProcess4"/>
    <dgm:cxn modelId="{D3C85B29-B6CA-4998-9DE8-CF260921BBBA}" type="presParOf" srcId="{7D24232C-3788-40B3-90B7-1FCB78C249AA}" destId="{66013447-489B-4DCB-BBE4-704D02D5C650}" srcOrd="0" destOrd="0" presId="urn:microsoft.com/office/officeart/2005/8/layout/hProcess4"/>
    <dgm:cxn modelId="{761358A4-AA09-4D00-9654-D490DC721F53}" type="presParOf" srcId="{7D24232C-3788-40B3-90B7-1FCB78C249AA}" destId="{FE398CAC-0EBA-45F2-99CF-3291E38FAAB8}" srcOrd="1" destOrd="0" presId="urn:microsoft.com/office/officeart/2005/8/layout/hProcess4"/>
    <dgm:cxn modelId="{FFFA06E4-4DBE-42D9-9AA3-AE049E232A88}" type="presParOf" srcId="{7D24232C-3788-40B3-90B7-1FCB78C249AA}" destId="{AFA21856-CE71-42E5-8DFD-AC135BD89CB0}" srcOrd="2" destOrd="0" presId="urn:microsoft.com/office/officeart/2005/8/layout/hProcess4"/>
    <dgm:cxn modelId="{16D8619B-A1F2-4CCC-B9D6-E799497BD6B9}" type="presParOf" srcId="{7D24232C-3788-40B3-90B7-1FCB78C249AA}" destId="{976AB69A-08AC-422D-AECA-7A4C01F0414C}" srcOrd="3" destOrd="0" presId="urn:microsoft.com/office/officeart/2005/8/layout/hProcess4"/>
    <dgm:cxn modelId="{61EFA618-5A45-429D-B979-93D0DA32C929}" type="presParOf" srcId="{7D24232C-3788-40B3-90B7-1FCB78C249AA}" destId="{755378AA-4E1A-4E15-BD8A-29BE92465AA8}" srcOrd="4" destOrd="0" presId="urn:microsoft.com/office/officeart/2005/8/layout/hProcess4"/>
    <dgm:cxn modelId="{B2ADF769-D55F-4E14-81B1-DD417B3591BA}" type="presParOf" srcId="{B3694028-697A-4BF8-853E-0A4545FB8883}" destId="{F9F0F577-622C-4730-BC8A-673C6C099947}" srcOrd="1" destOrd="0" presId="urn:microsoft.com/office/officeart/2005/8/layout/hProcess4"/>
    <dgm:cxn modelId="{CD77A273-3AEE-449E-AFAE-263CD414C03F}" type="presParOf" srcId="{B3694028-697A-4BF8-853E-0A4545FB8883}" destId="{9C2E4070-58E7-47B0-8923-CF5201299402}" srcOrd="2" destOrd="0" presId="urn:microsoft.com/office/officeart/2005/8/layout/hProcess4"/>
    <dgm:cxn modelId="{3F71EF6A-86F8-4684-BBB9-0CF1FD0D427B}" type="presParOf" srcId="{9C2E4070-58E7-47B0-8923-CF5201299402}" destId="{0FD720BF-586D-414B-9DB8-AB2C48AEEA4A}" srcOrd="0" destOrd="0" presId="urn:microsoft.com/office/officeart/2005/8/layout/hProcess4"/>
    <dgm:cxn modelId="{C33FD965-B132-426C-B435-F15F2123B362}" type="presParOf" srcId="{9C2E4070-58E7-47B0-8923-CF5201299402}" destId="{95345DEB-E273-4E75-9FA5-C349AB83AAAF}" srcOrd="1" destOrd="0" presId="urn:microsoft.com/office/officeart/2005/8/layout/hProcess4"/>
    <dgm:cxn modelId="{6B0A2567-AC2D-4EF4-8D90-98303B0DC0A0}" type="presParOf" srcId="{9C2E4070-58E7-47B0-8923-CF5201299402}" destId="{6C5176B1-27E5-4547-9C6E-318D2005EE92}" srcOrd="2" destOrd="0" presId="urn:microsoft.com/office/officeart/2005/8/layout/hProcess4"/>
    <dgm:cxn modelId="{FAA5DD3C-DE52-4993-8123-E08CB0AA7AEA}" type="presParOf" srcId="{9C2E4070-58E7-47B0-8923-CF5201299402}" destId="{FF8C424C-9C04-49CB-B359-DE46BA7C4C8F}" srcOrd="3" destOrd="0" presId="urn:microsoft.com/office/officeart/2005/8/layout/hProcess4"/>
    <dgm:cxn modelId="{3CD3FA59-C3F2-4172-BA00-88248F3A520C}" type="presParOf" srcId="{9C2E4070-58E7-47B0-8923-CF5201299402}" destId="{C701DB1E-3921-4D9D-91CB-FA6D6762B0F9}" srcOrd="4" destOrd="0" presId="urn:microsoft.com/office/officeart/2005/8/layout/hProcess4"/>
    <dgm:cxn modelId="{CB97DBD1-D5C2-4321-BFB8-92DB4D8CA02C}" type="presParOf" srcId="{B3694028-697A-4BF8-853E-0A4545FB8883}" destId="{ADDE7450-74F0-447A-BB3D-58BDFF480F9A}" srcOrd="3" destOrd="0" presId="urn:microsoft.com/office/officeart/2005/8/layout/hProcess4"/>
    <dgm:cxn modelId="{D68584CA-3387-4794-B008-4405E5A0DAEA}" type="presParOf" srcId="{B3694028-697A-4BF8-853E-0A4545FB8883}" destId="{9902C483-BD56-4531-B5CB-FF61FA6F21B4}" srcOrd="4" destOrd="0" presId="urn:microsoft.com/office/officeart/2005/8/layout/hProcess4"/>
    <dgm:cxn modelId="{58E28BFD-1069-47B9-814E-ED2A66338F55}" type="presParOf" srcId="{9902C483-BD56-4531-B5CB-FF61FA6F21B4}" destId="{E7F8BC55-E1B7-4D3D-971B-657FBDECAEB6}" srcOrd="0" destOrd="0" presId="urn:microsoft.com/office/officeart/2005/8/layout/hProcess4"/>
    <dgm:cxn modelId="{A99092C6-614A-4BD2-AE6F-8BC1454DE1E8}" type="presParOf" srcId="{9902C483-BD56-4531-B5CB-FF61FA6F21B4}" destId="{76D38A79-ADE8-4C53-A150-28F2A11B057D}" srcOrd="1" destOrd="0" presId="urn:microsoft.com/office/officeart/2005/8/layout/hProcess4"/>
    <dgm:cxn modelId="{D8576256-6A4C-4D79-B9DD-C010D2B3B632}" type="presParOf" srcId="{9902C483-BD56-4531-B5CB-FF61FA6F21B4}" destId="{E586DE0A-C15D-4E33-B7FB-C85F75EEB920}" srcOrd="2" destOrd="0" presId="urn:microsoft.com/office/officeart/2005/8/layout/hProcess4"/>
    <dgm:cxn modelId="{3498AF34-D217-496E-8C80-9126539DF8A4}" type="presParOf" srcId="{9902C483-BD56-4531-B5CB-FF61FA6F21B4}" destId="{CE5CAAA7-4A89-40EA-A52C-37E0FED22DDC}" srcOrd="3" destOrd="0" presId="urn:microsoft.com/office/officeart/2005/8/layout/hProcess4"/>
    <dgm:cxn modelId="{BEB07450-0558-479B-B888-363789C6E0D9}" type="presParOf" srcId="{9902C483-BD56-4531-B5CB-FF61FA6F21B4}" destId="{B0602922-6AAE-4099-A616-43378BEE29FC}" srcOrd="4" destOrd="0" presId="urn:microsoft.com/office/officeart/2005/8/layout/hProcess4"/>
    <dgm:cxn modelId="{3B89934C-39BC-4510-A3E3-CFCE3897A589}" type="presParOf" srcId="{B3694028-697A-4BF8-853E-0A4545FB8883}" destId="{64359237-230F-4CFD-A960-F8CF9872BCDD}" srcOrd="5" destOrd="0" presId="urn:microsoft.com/office/officeart/2005/8/layout/hProcess4"/>
    <dgm:cxn modelId="{EDC8573C-E642-4484-BCB9-E62833D444BC}" type="presParOf" srcId="{B3694028-697A-4BF8-853E-0A4545FB8883}" destId="{5AC9255A-71C4-4C77-BC59-11C327B60C83}" srcOrd="6" destOrd="0" presId="urn:microsoft.com/office/officeart/2005/8/layout/hProcess4"/>
    <dgm:cxn modelId="{BAC3A08E-784F-4319-AA7A-1B6DCBE3ECF9}" type="presParOf" srcId="{5AC9255A-71C4-4C77-BC59-11C327B60C83}" destId="{8AF71DBB-68DD-43D5-9448-4EB30481B542}" srcOrd="0" destOrd="0" presId="urn:microsoft.com/office/officeart/2005/8/layout/hProcess4"/>
    <dgm:cxn modelId="{48C5B570-6BE9-456B-AC01-4716969EA295}" type="presParOf" srcId="{5AC9255A-71C4-4C77-BC59-11C327B60C83}" destId="{D4F19BCA-0BDD-4ECF-A4C1-3A0CA4AEE703}" srcOrd="1" destOrd="0" presId="urn:microsoft.com/office/officeart/2005/8/layout/hProcess4"/>
    <dgm:cxn modelId="{47D2029E-EA87-4203-83F1-2F712F8F095E}" type="presParOf" srcId="{5AC9255A-71C4-4C77-BC59-11C327B60C83}" destId="{7F9BD196-BD05-4437-8C57-96DE27CFB9B8}" srcOrd="2" destOrd="0" presId="urn:microsoft.com/office/officeart/2005/8/layout/hProcess4"/>
    <dgm:cxn modelId="{97282D37-CF2C-4D54-9737-A90DBEE10173}" type="presParOf" srcId="{5AC9255A-71C4-4C77-BC59-11C327B60C83}" destId="{20FAE5BA-8B47-43D0-82FD-5C00A3FD3EDE}" srcOrd="3" destOrd="0" presId="urn:microsoft.com/office/officeart/2005/8/layout/hProcess4"/>
    <dgm:cxn modelId="{DCF2AAF4-AD50-4E61-ABFF-6FEA5CDB75AB}" type="presParOf" srcId="{5AC9255A-71C4-4C77-BC59-11C327B60C83}" destId="{388B34AA-241D-4277-B896-AE553E8D5E99}" srcOrd="4" destOrd="0" presId="urn:microsoft.com/office/officeart/2005/8/layout/hProcess4"/>
    <dgm:cxn modelId="{D0816307-B680-47B8-868E-90168940036B}" type="presParOf" srcId="{B3694028-697A-4BF8-853E-0A4545FB8883}" destId="{B6632B60-94D8-4106-9FFE-35008CBF216D}" srcOrd="7" destOrd="0" presId="urn:microsoft.com/office/officeart/2005/8/layout/hProcess4"/>
    <dgm:cxn modelId="{97433837-9381-46E5-BFB6-3AFD545D8C69}" type="presParOf" srcId="{B3694028-697A-4BF8-853E-0A4545FB8883}" destId="{F22A9993-866F-498F-BD12-B419C9F89090}" srcOrd="8" destOrd="0" presId="urn:microsoft.com/office/officeart/2005/8/layout/hProcess4"/>
    <dgm:cxn modelId="{D86ECC66-B5E1-465D-AF88-A866A0EF06FE}" type="presParOf" srcId="{F22A9993-866F-498F-BD12-B419C9F89090}" destId="{FF1201C7-223B-43A6-B95B-F956DDCD20FE}" srcOrd="0" destOrd="0" presId="urn:microsoft.com/office/officeart/2005/8/layout/hProcess4"/>
    <dgm:cxn modelId="{B2C60CD7-F27F-4BEE-B2A8-1081B32C0364}" type="presParOf" srcId="{F22A9993-866F-498F-BD12-B419C9F89090}" destId="{C63BC264-C6EC-4C7C-B10B-26B1BB913131}" srcOrd="1" destOrd="0" presId="urn:microsoft.com/office/officeart/2005/8/layout/hProcess4"/>
    <dgm:cxn modelId="{FA9F9E7A-DCC9-45EB-9B80-1AF9B6013BE0}" type="presParOf" srcId="{F22A9993-866F-498F-BD12-B419C9F89090}" destId="{1F7D8D41-A478-4402-9425-78F2896B6845}" srcOrd="2" destOrd="0" presId="urn:microsoft.com/office/officeart/2005/8/layout/hProcess4"/>
    <dgm:cxn modelId="{0ECE73A2-01D1-4681-B2AD-E85FF290B719}" type="presParOf" srcId="{F22A9993-866F-498F-BD12-B419C9F89090}" destId="{1FCDC889-02DA-4F65-8483-1EE0BE395CD3}" srcOrd="3" destOrd="0" presId="urn:microsoft.com/office/officeart/2005/8/layout/hProcess4"/>
    <dgm:cxn modelId="{D07D7D7C-7196-4A47-950E-FBB48A946B11}" type="presParOf" srcId="{F22A9993-866F-498F-BD12-B419C9F89090}" destId="{4D8DC55C-CA7E-4028-B4B7-D47D54BD1BC8}" srcOrd="4" destOrd="0" presId="urn:microsoft.com/office/officeart/2005/8/layout/hProcess4"/>
    <dgm:cxn modelId="{6F3F5344-62F0-419A-87F1-FF918745722C}" type="presParOf" srcId="{B3694028-697A-4BF8-853E-0A4545FB8883}" destId="{8703C1D8-2431-4815-AA1F-C75C6ED5AD35}" srcOrd="9" destOrd="0" presId="urn:microsoft.com/office/officeart/2005/8/layout/hProcess4"/>
    <dgm:cxn modelId="{6C78EB68-2CC3-4DD4-BDF1-430C5AC2100C}" type="presParOf" srcId="{B3694028-697A-4BF8-853E-0A4545FB8883}" destId="{B2ACBB3E-E1D5-4CBE-94A7-4D806A8652DE}" srcOrd="10" destOrd="0" presId="urn:microsoft.com/office/officeart/2005/8/layout/hProcess4"/>
    <dgm:cxn modelId="{9C422879-A212-44C3-87A8-869C0C9768C7}" type="presParOf" srcId="{B2ACBB3E-E1D5-4CBE-94A7-4D806A8652DE}" destId="{8202D4E2-EDC1-4B71-A769-6877EB4CA22D}" srcOrd="0" destOrd="0" presId="urn:microsoft.com/office/officeart/2005/8/layout/hProcess4"/>
    <dgm:cxn modelId="{38B516D5-3FB4-4A4A-95B3-88FC7D665901}" type="presParOf" srcId="{B2ACBB3E-E1D5-4CBE-94A7-4D806A8652DE}" destId="{C657EFF7-FB96-4EE2-B0E2-6A555FF3062C}" srcOrd="1" destOrd="0" presId="urn:microsoft.com/office/officeart/2005/8/layout/hProcess4"/>
    <dgm:cxn modelId="{3DE079C7-ED84-4377-868C-973A17716D34}" type="presParOf" srcId="{B2ACBB3E-E1D5-4CBE-94A7-4D806A8652DE}" destId="{7EC330C8-378C-4D13-8A7F-5E7F0BE9E818}" srcOrd="2" destOrd="0" presId="urn:microsoft.com/office/officeart/2005/8/layout/hProcess4"/>
    <dgm:cxn modelId="{980FEA24-C0A2-418F-AE78-3AC897B00CF3}" type="presParOf" srcId="{B2ACBB3E-E1D5-4CBE-94A7-4D806A8652DE}" destId="{ED0F4CF4-4E08-4708-A746-EFB69F2CAC99}" srcOrd="3" destOrd="0" presId="urn:microsoft.com/office/officeart/2005/8/layout/hProcess4"/>
    <dgm:cxn modelId="{D48E847B-275C-4A4B-A4F6-759800E0D073}" type="presParOf" srcId="{B2ACBB3E-E1D5-4CBE-94A7-4D806A8652DE}" destId="{6C11EDFF-E439-409B-96B3-3C11871D6472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3422E2-F920-4B37-BED7-7CCB550CCEA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91EC9998-4D63-441B-A623-D493728370C3}">
      <dgm:prSet phldrT="[Tekst]" phldr="0"/>
      <dgm:spPr/>
      <dgm:t>
        <a:bodyPr/>
        <a:lstStyle/>
        <a:p>
          <a:r>
            <a:rPr lang="pl-PL" dirty="0"/>
            <a:t>INPUTS</a:t>
          </a:r>
        </a:p>
      </dgm:t>
    </dgm:pt>
    <dgm:pt modelId="{72D6B838-BFAC-43A2-A213-F15034FB4E6C}" type="parTrans" cxnId="{7270EA68-2A96-47BA-8729-BA81B58EB015}">
      <dgm:prSet/>
      <dgm:spPr/>
      <dgm:t>
        <a:bodyPr/>
        <a:lstStyle/>
        <a:p>
          <a:endParaRPr lang="pl-PL"/>
        </a:p>
      </dgm:t>
    </dgm:pt>
    <dgm:pt modelId="{17DA1CB0-18AA-43AB-A126-6DFD90C35D45}" type="sibTrans" cxnId="{7270EA68-2A96-47BA-8729-BA81B58EB015}">
      <dgm:prSet/>
      <dgm:spPr/>
      <dgm:t>
        <a:bodyPr/>
        <a:lstStyle/>
        <a:p>
          <a:endParaRPr lang="pl-PL"/>
        </a:p>
      </dgm:t>
    </dgm:pt>
    <dgm:pt modelId="{2EA9C0F5-9C23-49C6-AA39-7F78DAFFDA95}">
      <dgm:prSet phldrT="[Tekst]" phldr="0"/>
      <dgm:spPr/>
      <dgm:t>
        <a:bodyPr/>
        <a:lstStyle/>
        <a:p>
          <a:r>
            <a:rPr lang="pl-PL" b="1" dirty="0" err="1"/>
            <a:t>iodata</a:t>
          </a:r>
          <a:r>
            <a:rPr lang="pl-PL" dirty="0"/>
            <a:t>: </a:t>
          </a:r>
          <a:r>
            <a:rPr lang="en-US" dirty="0"/>
            <a:t>must contain excited-state vectors </a:t>
          </a:r>
          <a:r>
            <a:rPr lang="en-US" dirty="0" err="1"/>
            <a:t>civ_ee</a:t>
          </a:r>
          <a:r>
            <a:rPr lang="en-US" dirty="0"/>
            <a:t>; overlaps/orbitals are auto-seeded into the checkpoint</a:t>
          </a:r>
          <a:endParaRPr lang="pl-PL" dirty="0"/>
        </a:p>
      </dgm:t>
    </dgm:pt>
    <dgm:pt modelId="{F887F0D8-FB80-4F59-85E9-018BC60457C6}" type="parTrans" cxnId="{01A293DC-8FF6-46AC-AAB6-0BD023608330}">
      <dgm:prSet/>
      <dgm:spPr/>
      <dgm:t>
        <a:bodyPr/>
        <a:lstStyle/>
        <a:p>
          <a:endParaRPr lang="pl-PL"/>
        </a:p>
      </dgm:t>
    </dgm:pt>
    <dgm:pt modelId="{5C912B08-6CCA-4D6D-B894-D75C604906C5}" type="sibTrans" cxnId="{01A293DC-8FF6-46AC-AAB6-0BD023608330}">
      <dgm:prSet/>
      <dgm:spPr/>
      <dgm:t>
        <a:bodyPr/>
        <a:lstStyle/>
        <a:p>
          <a:endParaRPr lang="pl-PL"/>
        </a:p>
      </dgm:t>
    </dgm:pt>
    <dgm:pt modelId="{FE8C8B4A-71E0-48F1-8F21-92B068FBDF71}">
      <dgm:prSet phldrT="[Tekst]" phldr="0"/>
      <dgm:spPr/>
      <dgm:t>
        <a:bodyPr/>
        <a:lstStyle/>
        <a:p>
          <a:r>
            <a:rPr lang="pl-PL" b="1" dirty="0" err="1"/>
            <a:t>domains</a:t>
          </a:r>
          <a:r>
            <a:rPr lang="pl-PL" dirty="0"/>
            <a:t>: </a:t>
          </a:r>
          <a:r>
            <a:rPr lang="en-US" dirty="0"/>
            <a:t>path to labeled .</a:t>
          </a:r>
          <a:r>
            <a:rPr lang="en-US" dirty="0" err="1"/>
            <a:t>xyz</a:t>
          </a:r>
          <a:r>
            <a:rPr lang="en-US" dirty="0"/>
            <a:t> or a </a:t>
          </a:r>
          <a:r>
            <a:rPr lang="en-US" dirty="0" err="1"/>
            <a:t>DomainSpec</a:t>
          </a:r>
          <a:r>
            <a:rPr lang="en-US" dirty="0"/>
            <a:t>. If labels in the </a:t>
          </a:r>
          <a:r>
            <a:rPr lang="en-US" dirty="0" err="1"/>
            <a:t>xyz</a:t>
          </a:r>
          <a:r>
            <a:rPr lang="en-US" dirty="0"/>
            <a:t> are incomplete, the GUI picker is launched</a:t>
          </a:r>
          <a:endParaRPr lang="pl-PL" dirty="0"/>
        </a:p>
      </dgm:t>
    </dgm:pt>
    <dgm:pt modelId="{89C08E48-7F6B-400E-8658-81F4B85AB8B7}" type="parTrans" cxnId="{1393BA5D-9AB4-4FF4-B627-512259BB9F55}">
      <dgm:prSet/>
      <dgm:spPr/>
      <dgm:t>
        <a:bodyPr/>
        <a:lstStyle/>
        <a:p>
          <a:endParaRPr lang="pl-PL"/>
        </a:p>
      </dgm:t>
    </dgm:pt>
    <dgm:pt modelId="{C2872D96-479D-46F8-BA33-CA652E716AEF}" type="sibTrans" cxnId="{1393BA5D-9AB4-4FF4-B627-512259BB9F55}">
      <dgm:prSet/>
      <dgm:spPr/>
      <dgm:t>
        <a:bodyPr/>
        <a:lstStyle/>
        <a:p>
          <a:endParaRPr lang="pl-PL"/>
        </a:p>
      </dgm:t>
    </dgm:pt>
    <dgm:pt modelId="{FC45578A-2391-4F19-A154-814CF6E7CECC}">
      <dgm:prSet phldrT="[Tekst]" phldr="0"/>
      <dgm:spPr/>
      <dgm:t>
        <a:bodyPr/>
        <a:lstStyle/>
        <a:p>
          <a:r>
            <a:rPr lang="pl-PL" dirty="0"/>
            <a:t>INTEGRATION</a:t>
          </a:r>
        </a:p>
      </dgm:t>
    </dgm:pt>
    <dgm:pt modelId="{BB2D22C1-B12D-496A-BED7-BC3889CBB6D9}" type="parTrans" cxnId="{589E6716-C651-4D25-B701-07CEBE8333D8}">
      <dgm:prSet/>
      <dgm:spPr/>
      <dgm:t>
        <a:bodyPr/>
        <a:lstStyle/>
        <a:p>
          <a:endParaRPr lang="pl-PL"/>
        </a:p>
      </dgm:t>
    </dgm:pt>
    <dgm:pt modelId="{0A5C00D0-4323-419B-BFED-2B446C644613}" type="sibTrans" cxnId="{589E6716-C651-4D25-B701-07CEBE8333D8}">
      <dgm:prSet/>
      <dgm:spPr/>
      <dgm:t>
        <a:bodyPr/>
        <a:lstStyle/>
        <a:p>
          <a:endParaRPr lang="pl-PL"/>
        </a:p>
      </dgm:t>
    </dgm:pt>
    <dgm:pt modelId="{86E90C9C-F3F9-4605-B248-DA3AF3EF64C1}">
      <dgm:prSet phldrT="[Tekst]"/>
      <dgm:spPr/>
      <dgm:t>
        <a:bodyPr/>
        <a:lstStyle/>
        <a:p>
          <a:r>
            <a:rPr lang="en-US" b="1" dirty="0" err="1"/>
            <a:t>prepare_intermediates</a:t>
          </a:r>
          <a:r>
            <a:rPr lang="en-US" dirty="0"/>
            <a:t>: orthogonalizes orbitals, computes </a:t>
          </a:r>
          <a:r>
            <a:rPr lang="en-US" dirty="0" err="1"/>
            <a:t>MO→domain</a:t>
          </a:r>
          <a:r>
            <a:rPr lang="en-US" dirty="0"/>
            <a:t> weights, assigns MOs to domains (stores arrays under </a:t>
          </a:r>
          <a:r>
            <a:rPr lang="en-US" dirty="0" err="1"/>
            <a:t>ct</a:t>
          </a:r>
          <a:r>
            <a:rPr lang="en-US" dirty="0"/>
            <a:t>/*)</a:t>
          </a:r>
          <a:endParaRPr lang="pl-PL" dirty="0"/>
        </a:p>
      </dgm:t>
    </dgm:pt>
    <dgm:pt modelId="{39BD3088-8673-4293-8AC7-B4BE2C9BF582}" type="parTrans" cxnId="{B80CA37A-68BC-4BA4-97B9-739160DF614D}">
      <dgm:prSet/>
      <dgm:spPr/>
      <dgm:t>
        <a:bodyPr/>
        <a:lstStyle/>
        <a:p>
          <a:endParaRPr lang="pl-PL"/>
        </a:p>
      </dgm:t>
    </dgm:pt>
    <dgm:pt modelId="{65BD97F5-415A-47F1-AD37-7AEDC4C81E56}" type="sibTrans" cxnId="{B80CA37A-68BC-4BA4-97B9-739160DF614D}">
      <dgm:prSet/>
      <dgm:spPr/>
      <dgm:t>
        <a:bodyPr/>
        <a:lstStyle/>
        <a:p>
          <a:endParaRPr lang="pl-PL"/>
        </a:p>
      </dgm:t>
    </dgm:pt>
    <dgm:pt modelId="{F585B47C-9462-48D1-B573-C56E202BC2AD}">
      <dgm:prSet phldrT="[Tekst]"/>
      <dgm:spPr/>
      <dgm:t>
        <a:bodyPr/>
        <a:lstStyle/>
        <a:p>
          <a:r>
            <a:rPr lang="en-US" b="1" dirty="0" err="1"/>
            <a:t>get_property</a:t>
          </a:r>
          <a:r>
            <a:rPr lang="en-US" dirty="0"/>
            <a:t>: aggregates CI contributions into the </a:t>
          </a:r>
          <a:r>
            <a:rPr lang="en-US" dirty="0" err="1"/>
            <a:t>domain→domain</a:t>
          </a:r>
          <a:r>
            <a:rPr lang="en-US" dirty="0"/>
            <a:t> CT matrix and writes it to the checkpoint (</a:t>
          </a:r>
          <a:r>
            <a:rPr lang="en-US" dirty="0" err="1"/>
            <a:t>ct</a:t>
          </a:r>
          <a:r>
            <a:rPr lang="en-US" dirty="0"/>
            <a:t>/matrix).</a:t>
          </a:r>
          <a:endParaRPr lang="pl-PL" dirty="0"/>
        </a:p>
      </dgm:t>
    </dgm:pt>
    <dgm:pt modelId="{F8C21033-A568-4557-A5D6-937E491E8010}" type="parTrans" cxnId="{34039806-D2C1-4308-A6EA-A5489BBC31FD}">
      <dgm:prSet/>
      <dgm:spPr/>
      <dgm:t>
        <a:bodyPr/>
        <a:lstStyle/>
        <a:p>
          <a:endParaRPr lang="pl-PL"/>
        </a:p>
      </dgm:t>
    </dgm:pt>
    <dgm:pt modelId="{E6D18D6C-0872-41F4-8F57-281B84BC5814}" type="sibTrans" cxnId="{34039806-D2C1-4308-A6EA-A5489BBC31FD}">
      <dgm:prSet/>
      <dgm:spPr/>
      <dgm:t>
        <a:bodyPr/>
        <a:lstStyle/>
        <a:p>
          <a:endParaRPr lang="pl-PL"/>
        </a:p>
      </dgm:t>
    </dgm:pt>
    <dgm:pt modelId="{E582CD32-5B1A-4DF9-91B1-15B43376CE0A}">
      <dgm:prSet phldrT="[Tekst]" phldr="0"/>
      <dgm:spPr/>
      <dgm:t>
        <a:bodyPr/>
        <a:lstStyle/>
        <a:p>
          <a:r>
            <a:rPr lang="pl-PL" dirty="0" err="1"/>
            <a:t>options</a:t>
          </a:r>
          <a:r>
            <a:rPr lang="pl-PL" dirty="0"/>
            <a:t>: </a:t>
          </a:r>
          <a:r>
            <a:rPr lang="en-US" dirty="0" err="1"/>
            <a:t>state_index</a:t>
          </a:r>
          <a:r>
            <a:rPr lang="en-US" dirty="0"/>
            <a:t>, excitations, </a:t>
          </a:r>
          <a:r>
            <a:rPr lang="en-US" dirty="0" err="1"/>
            <a:t>major_thresh</a:t>
          </a:r>
          <a:r>
            <a:rPr lang="en-US" dirty="0"/>
            <a:t>, </a:t>
          </a:r>
          <a:r>
            <a:rPr lang="en-US" dirty="0" err="1"/>
            <a:t>tie_break</a:t>
          </a:r>
          <a:r>
            <a:rPr lang="en-US" dirty="0"/>
            <a:t>, strict</a:t>
          </a:r>
          <a:endParaRPr lang="pl-PL" dirty="0"/>
        </a:p>
      </dgm:t>
    </dgm:pt>
    <dgm:pt modelId="{1A1A2341-AE0B-4A88-9670-C038BEDCAB8F}" type="parTrans" cxnId="{41BDB5D3-3232-4BE5-9C56-77D9728D679C}">
      <dgm:prSet/>
      <dgm:spPr/>
      <dgm:t>
        <a:bodyPr/>
        <a:lstStyle/>
        <a:p>
          <a:endParaRPr lang="pl-PL"/>
        </a:p>
      </dgm:t>
    </dgm:pt>
    <dgm:pt modelId="{B8107691-36C7-4ACD-8598-EEBE4D2FF5E7}" type="sibTrans" cxnId="{41BDB5D3-3232-4BE5-9C56-77D9728D679C}">
      <dgm:prSet/>
      <dgm:spPr/>
      <dgm:t>
        <a:bodyPr/>
        <a:lstStyle/>
        <a:p>
          <a:endParaRPr lang="pl-PL"/>
        </a:p>
      </dgm:t>
    </dgm:pt>
    <dgm:pt modelId="{6E12B361-D5AA-4E3A-91D5-4082958EB5DD}" type="pres">
      <dgm:prSet presAssocID="{3F3422E2-F920-4B37-BED7-7CCB550CCEA9}" presName="Name0" presStyleCnt="0">
        <dgm:presLayoutVars>
          <dgm:dir/>
          <dgm:animLvl val="lvl"/>
          <dgm:resizeHandles val="exact"/>
        </dgm:presLayoutVars>
      </dgm:prSet>
      <dgm:spPr/>
    </dgm:pt>
    <dgm:pt modelId="{7A17389C-96FB-4A7D-B0E7-5FA279AC33C5}" type="pres">
      <dgm:prSet presAssocID="{91EC9998-4D63-441B-A623-D493728370C3}" presName="composite" presStyleCnt="0"/>
      <dgm:spPr/>
    </dgm:pt>
    <dgm:pt modelId="{AA85F1D4-7328-4B8C-960F-704AF9506D3B}" type="pres">
      <dgm:prSet presAssocID="{91EC9998-4D63-441B-A623-D493728370C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D4E2850-2D57-458E-B4BA-A58320EE5E75}" type="pres">
      <dgm:prSet presAssocID="{91EC9998-4D63-441B-A623-D493728370C3}" presName="desTx" presStyleLbl="alignAccFollowNode1" presStyleIdx="0" presStyleCnt="2">
        <dgm:presLayoutVars>
          <dgm:bulletEnabled val="1"/>
        </dgm:presLayoutVars>
      </dgm:prSet>
      <dgm:spPr/>
    </dgm:pt>
    <dgm:pt modelId="{34237A0D-9716-4020-81B2-F8BC79570B0E}" type="pres">
      <dgm:prSet presAssocID="{17DA1CB0-18AA-43AB-A126-6DFD90C35D45}" presName="space" presStyleCnt="0"/>
      <dgm:spPr/>
    </dgm:pt>
    <dgm:pt modelId="{03D21F05-F567-4114-9CE3-07A36C47C5A7}" type="pres">
      <dgm:prSet presAssocID="{FC45578A-2391-4F19-A154-814CF6E7CECC}" presName="composite" presStyleCnt="0"/>
      <dgm:spPr/>
    </dgm:pt>
    <dgm:pt modelId="{D691307B-18E8-4381-967E-109D9879E0A7}" type="pres">
      <dgm:prSet presAssocID="{FC45578A-2391-4F19-A154-814CF6E7CEC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43E4475-4CC7-4B3E-836D-4C3E77062B76}" type="pres">
      <dgm:prSet presAssocID="{FC45578A-2391-4F19-A154-814CF6E7CEC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4039806-D2C1-4308-A6EA-A5489BBC31FD}" srcId="{FC45578A-2391-4F19-A154-814CF6E7CECC}" destId="{F585B47C-9462-48D1-B573-C56E202BC2AD}" srcOrd="1" destOrd="0" parTransId="{F8C21033-A568-4557-A5D6-937E491E8010}" sibTransId="{E6D18D6C-0872-41F4-8F57-281B84BC5814}"/>
    <dgm:cxn modelId="{F421E314-1B7D-4204-9C5A-ADEFBA7CA378}" type="presOf" srcId="{91EC9998-4D63-441B-A623-D493728370C3}" destId="{AA85F1D4-7328-4B8C-960F-704AF9506D3B}" srcOrd="0" destOrd="0" presId="urn:microsoft.com/office/officeart/2005/8/layout/hList1"/>
    <dgm:cxn modelId="{C89DF314-6B1A-4A1C-BDA6-E565E0A9347A}" type="presOf" srcId="{86E90C9C-F3F9-4605-B248-DA3AF3EF64C1}" destId="{143E4475-4CC7-4B3E-836D-4C3E77062B76}" srcOrd="0" destOrd="0" presId="urn:microsoft.com/office/officeart/2005/8/layout/hList1"/>
    <dgm:cxn modelId="{589E6716-C651-4D25-B701-07CEBE8333D8}" srcId="{3F3422E2-F920-4B37-BED7-7CCB550CCEA9}" destId="{FC45578A-2391-4F19-A154-814CF6E7CECC}" srcOrd="1" destOrd="0" parTransId="{BB2D22C1-B12D-496A-BED7-BC3889CBB6D9}" sibTransId="{0A5C00D0-4323-419B-BFED-2B446C644613}"/>
    <dgm:cxn modelId="{6CEB8D3A-41CD-439C-9C00-C0B9BA83333C}" type="presOf" srcId="{FC45578A-2391-4F19-A154-814CF6E7CECC}" destId="{D691307B-18E8-4381-967E-109D9879E0A7}" srcOrd="0" destOrd="0" presId="urn:microsoft.com/office/officeart/2005/8/layout/hList1"/>
    <dgm:cxn modelId="{1393BA5D-9AB4-4FF4-B627-512259BB9F55}" srcId="{91EC9998-4D63-441B-A623-D493728370C3}" destId="{FE8C8B4A-71E0-48F1-8F21-92B068FBDF71}" srcOrd="1" destOrd="0" parTransId="{89C08E48-7F6B-400E-8658-81F4B85AB8B7}" sibTransId="{C2872D96-479D-46F8-BA33-CA652E716AEF}"/>
    <dgm:cxn modelId="{7270EA68-2A96-47BA-8729-BA81B58EB015}" srcId="{3F3422E2-F920-4B37-BED7-7CCB550CCEA9}" destId="{91EC9998-4D63-441B-A623-D493728370C3}" srcOrd="0" destOrd="0" parTransId="{72D6B838-BFAC-43A2-A213-F15034FB4E6C}" sibTransId="{17DA1CB0-18AA-43AB-A126-6DFD90C35D45}"/>
    <dgm:cxn modelId="{B80CA37A-68BC-4BA4-97B9-739160DF614D}" srcId="{FC45578A-2391-4F19-A154-814CF6E7CECC}" destId="{86E90C9C-F3F9-4605-B248-DA3AF3EF64C1}" srcOrd="0" destOrd="0" parTransId="{39BD3088-8673-4293-8AC7-B4BE2C9BF582}" sibTransId="{65BD97F5-415A-47F1-AD37-7AEDC4C81E56}"/>
    <dgm:cxn modelId="{B24B6298-6936-46D6-87BE-E2E44AD4D54C}" type="presOf" srcId="{FE8C8B4A-71E0-48F1-8F21-92B068FBDF71}" destId="{CD4E2850-2D57-458E-B4BA-A58320EE5E75}" srcOrd="0" destOrd="1" presId="urn:microsoft.com/office/officeart/2005/8/layout/hList1"/>
    <dgm:cxn modelId="{F4B4829F-9401-4A31-8A0C-2B069A7DC573}" type="presOf" srcId="{F585B47C-9462-48D1-B573-C56E202BC2AD}" destId="{143E4475-4CC7-4B3E-836D-4C3E77062B76}" srcOrd="0" destOrd="1" presId="urn:microsoft.com/office/officeart/2005/8/layout/hList1"/>
    <dgm:cxn modelId="{790F21D1-F201-4823-B731-D4F23E07DFE9}" type="presOf" srcId="{2EA9C0F5-9C23-49C6-AA39-7F78DAFFDA95}" destId="{CD4E2850-2D57-458E-B4BA-A58320EE5E75}" srcOrd="0" destOrd="0" presId="urn:microsoft.com/office/officeart/2005/8/layout/hList1"/>
    <dgm:cxn modelId="{41BDB5D3-3232-4BE5-9C56-77D9728D679C}" srcId="{91EC9998-4D63-441B-A623-D493728370C3}" destId="{E582CD32-5B1A-4DF9-91B1-15B43376CE0A}" srcOrd="2" destOrd="0" parTransId="{1A1A2341-AE0B-4A88-9670-C038BEDCAB8F}" sibTransId="{B8107691-36C7-4ACD-8598-EEBE4D2FF5E7}"/>
    <dgm:cxn modelId="{30442EDA-C47E-492A-A471-9C329494B42F}" type="presOf" srcId="{3F3422E2-F920-4B37-BED7-7CCB550CCEA9}" destId="{6E12B361-D5AA-4E3A-91D5-4082958EB5DD}" srcOrd="0" destOrd="0" presId="urn:microsoft.com/office/officeart/2005/8/layout/hList1"/>
    <dgm:cxn modelId="{01A293DC-8FF6-46AC-AAB6-0BD023608330}" srcId="{91EC9998-4D63-441B-A623-D493728370C3}" destId="{2EA9C0F5-9C23-49C6-AA39-7F78DAFFDA95}" srcOrd="0" destOrd="0" parTransId="{F887F0D8-FB80-4F59-85E9-018BC60457C6}" sibTransId="{5C912B08-6CCA-4D6D-B894-D75C604906C5}"/>
    <dgm:cxn modelId="{C593F4DD-97B4-4684-B945-B07537C5283A}" type="presOf" srcId="{E582CD32-5B1A-4DF9-91B1-15B43376CE0A}" destId="{CD4E2850-2D57-458E-B4BA-A58320EE5E75}" srcOrd="0" destOrd="2" presId="urn:microsoft.com/office/officeart/2005/8/layout/hList1"/>
    <dgm:cxn modelId="{8378919E-0DC9-4683-B916-B66A41CB0714}" type="presParOf" srcId="{6E12B361-D5AA-4E3A-91D5-4082958EB5DD}" destId="{7A17389C-96FB-4A7D-B0E7-5FA279AC33C5}" srcOrd="0" destOrd="0" presId="urn:microsoft.com/office/officeart/2005/8/layout/hList1"/>
    <dgm:cxn modelId="{691D2149-03E7-4436-969D-47ACD5CBDC9D}" type="presParOf" srcId="{7A17389C-96FB-4A7D-B0E7-5FA279AC33C5}" destId="{AA85F1D4-7328-4B8C-960F-704AF9506D3B}" srcOrd="0" destOrd="0" presId="urn:microsoft.com/office/officeart/2005/8/layout/hList1"/>
    <dgm:cxn modelId="{23433293-7B34-44AD-B68E-AD4515C1595F}" type="presParOf" srcId="{7A17389C-96FB-4A7D-B0E7-5FA279AC33C5}" destId="{CD4E2850-2D57-458E-B4BA-A58320EE5E75}" srcOrd="1" destOrd="0" presId="urn:microsoft.com/office/officeart/2005/8/layout/hList1"/>
    <dgm:cxn modelId="{28FE75A3-D1B7-4467-80FA-9212DB0C245E}" type="presParOf" srcId="{6E12B361-D5AA-4E3A-91D5-4082958EB5DD}" destId="{34237A0D-9716-4020-81B2-F8BC79570B0E}" srcOrd="1" destOrd="0" presId="urn:microsoft.com/office/officeart/2005/8/layout/hList1"/>
    <dgm:cxn modelId="{9016DB71-AA2B-43F1-93DF-BD1EC7ADFE97}" type="presParOf" srcId="{6E12B361-D5AA-4E3A-91D5-4082958EB5DD}" destId="{03D21F05-F567-4114-9CE3-07A36C47C5A7}" srcOrd="2" destOrd="0" presId="urn:microsoft.com/office/officeart/2005/8/layout/hList1"/>
    <dgm:cxn modelId="{E7F4E140-36BD-41E8-BF55-F1B7421A3610}" type="presParOf" srcId="{03D21F05-F567-4114-9CE3-07A36C47C5A7}" destId="{D691307B-18E8-4381-967E-109D9879E0A7}" srcOrd="0" destOrd="0" presId="urn:microsoft.com/office/officeart/2005/8/layout/hList1"/>
    <dgm:cxn modelId="{2B1D751F-6B81-4992-BC36-56E631F30E7A}" type="presParOf" srcId="{03D21F05-F567-4114-9CE3-07A36C47C5A7}" destId="{143E4475-4CC7-4B3E-836D-4C3E77062B7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0AC39FA-F215-457E-B28C-E0291C537840}" type="doc">
      <dgm:prSet loTypeId="urn:microsoft.com/office/officeart/2005/8/layout/target3" loCatId="list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pl-PL"/>
        </a:p>
      </dgm:t>
    </dgm:pt>
    <dgm:pt modelId="{30A31F84-FD32-4940-8ABB-B1F3BB279BE3}">
      <dgm:prSet phldrT="[Tekst]" phldr="0"/>
      <dgm:spPr/>
      <dgm:t>
        <a:bodyPr/>
        <a:lstStyle/>
        <a:p>
          <a:r>
            <a:rPr lang="pl-PL" dirty="0"/>
            <a:t>Visual </a:t>
          </a:r>
          <a:r>
            <a:rPr lang="pl-PL" dirty="0" err="1"/>
            <a:t>tool</a:t>
          </a:r>
          <a:r>
            <a:rPr lang="pl-PL" dirty="0"/>
            <a:t> for</a:t>
          </a:r>
          <a:r>
            <a:rPr lang="en-US" dirty="0"/>
            <a:t> assigning atoms to labeled domains directly in 3D</a:t>
          </a:r>
          <a:endParaRPr lang="pl-PL" dirty="0"/>
        </a:p>
      </dgm:t>
    </dgm:pt>
    <dgm:pt modelId="{F8E54E62-5DFE-4823-83B6-9D35CC4C9215}" type="parTrans" cxnId="{5C4DA234-885A-4004-8D75-6EFFC1D54968}">
      <dgm:prSet/>
      <dgm:spPr/>
      <dgm:t>
        <a:bodyPr/>
        <a:lstStyle/>
        <a:p>
          <a:endParaRPr lang="pl-PL"/>
        </a:p>
      </dgm:t>
    </dgm:pt>
    <dgm:pt modelId="{3B91530C-BD02-418B-B1C6-F2F747443F25}" type="sibTrans" cxnId="{5C4DA234-885A-4004-8D75-6EFFC1D54968}">
      <dgm:prSet/>
      <dgm:spPr/>
      <dgm:t>
        <a:bodyPr/>
        <a:lstStyle/>
        <a:p>
          <a:endParaRPr lang="pl-PL"/>
        </a:p>
      </dgm:t>
    </dgm:pt>
    <dgm:pt modelId="{3718CD01-D73F-4AB5-BF78-5B4BDABC4A03}">
      <dgm:prSet phldrT="[Tekst]"/>
      <dgm:spPr/>
      <dgm:t>
        <a:bodyPr/>
        <a:lstStyle/>
        <a:p>
          <a:r>
            <a:rPr lang="en-US" dirty="0"/>
            <a:t>Launches automatically when domain labels in .</a:t>
          </a:r>
          <a:r>
            <a:rPr lang="en-US" dirty="0" err="1"/>
            <a:t>xyz</a:t>
          </a:r>
          <a:r>
            <a:rPr lang="en-US" dirty="0"/>
            <a:t> are missing or incomplete.</a:t>
          </a:r>
          <a:endParaRPr lang="pl-PL" dirty="0"/>
        </a:p>
      </dgm:t>
    </dgm:pt>
    <dgm:pt modelId="{09FACCCB-23B9-436C-B0C7-CA6216B1D1C5}" type="parTrans" cxnId="{4DFB5EC7-76EB-4880-BEF7-30261E6B8E9F}">
      <dgm:prSet/>
      <dgm:spPr/>
      <dgm:t>
        <a:bodyPr/>
        <a:lstStyle/>
        <a:p>
          <a:endParaRPr lang="pl-PL"/>
        </a:p>
      </dgm:t>
    </dgm:pt>
    <dgm:pt modelId="{174C9575-05BC-46D3-8EAE-4BF33ED6B790}" type="sibTrans" cxnId="{4DFB5EC7-76EB-4880-BEF7-30261E6B8E9F}">
      <dgm:prSet/>
      <dgm:spPr/>
      <dgm:t>
        <a:bodyPr/>
        <a:lstStyle/>
        <a:p>
          <a:endParaRPr lang="pl-PL"/>
        </a:p>
      </dgm:t>
    </dgm:pt>
    <dgm:pt modelId="{09D89A60-DE3B-4EA1-91C0-72883BF00406}">
      <dgm:prSet phldrT="[Tekst]"/>
      <dgm:spPr/>
      <dgm:t>
        <a:bodyPr/>
        <a:lstStyle/>
        <a:p>
          <a:r>
            <a:rPr lang="en-US" dirty="0"/>
            <a:t>Uses Qt </a:t>
          </a:r>
          <a:r>
            <a:rPr lang="en-US" dirty="0" err="1"/>
            <a:t>WebEngine</a:t>
          </a:r>
          <a:r>
            <a:rPr lang="en-US" dirty="0"/>
            <a:t> + 3Dmol.js for visualization and atom picking.</a:t>
          </a:r>
          <a:endParaRPr lang="pl-PL" dirty="0"/>
        </a:p>
      </dgm:t>
    </dgm:pt>
    <dgm:pt modelId="{380B073E-9382-462E-A5BD-4C0EC4F4C84F}" type="parTrans" cxnId="{416F20ED-77DB-4E46-B560-B2F3293302AA}">
      <dgm:prSet/>
      <dgm:spPr/>
      <dgm:t>
        <a:bodyPr/>
        <a:lstStyle/>
        <a:p>
          <a:endParaRPr lang="pl-PL"/>
        </a:p>
      </dgm:t>
    </dgm:pt>
    <dgm:pt modelId="{49847821-F1BF-48D7-9A47-C91C7FFEBBFE}" type="sibTrans" cxnId="{416F20ED-77DB-4E46-B560-B2F3293302AA}">
      <dgm:prSet/>
      <dgm:spPr/>
      <dgm:t>
        <a:bodyPr/>
        <a:lstStyle/>
        <a:p>
          <a:endParaRPr lang="pl-PL"/>
        </a:p>
      </dgm:t>
    </dgm:pt>
    <dgm:pt modelId="{9F6ECACF-0703-454F-93F4-23196D98E47E}">
      <dgm:prSet phldrT="[Tekst]"/>
      <dgm:spPr/>
      <dgm:t>
        <a:bodyPr/>
        <a:lstStyle/>
        <a:p>
          <a:r>
            <a:rPr lang="en-US" dirty="0"/>
            <a:t>Communicates with Python via Qt </a:t>
          </a:r>
          <a:r>
            <a:rPr lang="en-US" dirty="0" err="1"/>
            <a:t>WebChannel</a:t>
          </a:r>
          <a:r>
            <a:rPr lang="en-US" dirty="0"/>
            <a:t> and updates the </a:t>
          </a:r>
          <a:r>
            <a:rPr lang="en-US" dirty="0" err="1"/>
            <a:t>DomainSpec</a:t>
          </a:r>
          <a:r>
            <a:rPr lang="en-US" dirty="0"/>
            <a:t> mapping in real time.</a:t>
          </a:r>
          <a:endParaRPr lang="pl-PL" dirty="0"/>
        </a:p>
      </dgm:t>
    </dgm:pt>
    <dgm:pt modelId="{804A4F28-44A2-427B-AC48-4BA971F08451}" type="parTrans" cxnId="{F7B6EAE8-AC5C-4FAF-A704-458E5A3B9841}">
      <dgm:prSet/>
      <dgm:spPr/>
      <dgm:t>
        <a:bodyPr/>
        <a:lstStyle/>
        <a:p>
          <a:endParaRPr lang="pl-PL"/>
        </a:p>
      </dgm:t>
    </dgm:pt>
    <dgm:pt modelId="{97F636E0-96F2-4501-B422-B08185681760}" type="sibTrans" cxnId="{F7B6EAE8-AC5C-4FAF-A704-458E5A3B9841}">
      <dgm:prSet/>
      <dgm:spPr/>
      <dgm:t>
        <a:bodyPr/>
        <a:lstStyle/>
        <a:p>
          <a:endParaRPr lang="pl-PL"/>
        </a:p>
      </dgm:t>
    </dgm:pt>
    <dgm:pt modelId="{884FA388-91F8-43A6-88B6-C22AB5F6C8B5}">
      <dgm:prSet phldrT="[Tekst]"/>
      <dgm:spPr/>
      <dgm:t>
        <a:bodyPr/>
        <a:lstStyle/>
        <a:p>
          <a:r>
            <a:rPr lang="en-US" dirty="0"/>
            <a:t>Returns the completed mapping to </a:t>
          </a:r>
          <a:r>
            <a:rPr lang="en-US" dirty="0" err="1"/>
            <a:t>CTProperty</a:t>
          </a:r>
          <a:r>
            <a:rPr lang="en-US" dirty="0"/>
            <a:t> or the CLI for CT computation.</a:t>
          </a:r>
          <a:endParaRPr lang="pl-PL" dirty="0"/>
        </a:p>
      </dgm:t>
    </dgm:pt>
    <dgm:pt modelId="{83835C65-0297-4372-88FB-3D684BB26A1F}" type="parTrans" cxnId="{89FEAFE2-6FC8-4836-B42E-756E26D1B046}">
      <dgm:prSet/>
      <dgm:spPr/>
      <dgm:t>
        <a:bodyPr/>
        <a:lstStyle/>
        <a:p>
          <a:endParaRPr lang="pl-PL"/>
        </a:p>
      </dgm:t>
    </dgm:pt>
    <dgm:pt modelId="{96A96FC9-45E5-4F2F-9C34-55A880EF32F5}" type="sibTrans" cxnId="{89FEAFE2-6FC8-4836-B42E-756E26D1B046}">
      <dgm:prSet/>
      <dgm:spPr/>
      <dgm:t>
        <a:bodyPr/>
        <a:lstStyle/>
        <a:p>
          <a:endParaRPr lang="pl-PL"/>
        </a:p>
      </dgm:t>
    </dgm:pt>
    <dgm:pt modelId="{16342FFC-766A-4AD8-89E9-A02DF09371CF}" type="pres">
      <dgm:prSet presAssocID="{10AC39FA-F215-457E-B28C-E0291C53784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31EAD449-9679-4482-AFB1-0BD40A5F7122}" type="pres">
      <dgm:prSet presAssocID="{30A31F84-FD32-4940-8ABB-B1F3BB279BE3}" presName="circle1" presStyleLbl="node1" presStyleIdx="0" presStyleCnt="5"/>
      <dgm:spPr/>
    </dgm:pt>
    <dgm:pt modelId="{88F5368D-3F36-4FBA-AF89-792C1CEEBFDA}" type="pres">
      <dgm:prSet presAssocID="{30A31F84-FD32-4940-8ABB-B1F3BB279BE3}" presName="space" presStyleCnt="0"/>
      <dgm:spPr/>
    </dgm:pt>
    <dgm:pt modelId="{8DBA0209-9819-4E86-99B8-0DE8B9D459B3}" type="pres">
      <dgm:prSet presAssocID="{30A31F84-FD32-4940-8ABB-B1F3BB279BE3}" presName="rect1" presStyleLbl="alignAcc1" presStyleIdx="0" presStyleCnt="5"/>
      <dgm:spPr/>
    </dgm:pt>
    <dgm:pt modelId="{2B5CE941-DC87-4918-B97D-1F896838C4F7}" type="pres">
      <dgm:prSet presAssocID="{3718CD01-D73F-4AB5-BF78-5B4BDABC4A03}" presName="vertSpace2" presStyleLbl="node1" presStyleIdx="0" presStyleCnt="5"/>
      <dgm:spPr/>
    </dgm:pt>
    <dgm:pt modelId="{77D020C3-93EA-4C87-88A8-97AB4849B3FC}" type="pres">
      <dgm:prSet presAssocID="{3718CD01-D73F-4AB5-BF78-5B4BDABC4A03}" presName="circle2" presStyleLbl="node1" presStyleIdx="1" presStyleCnt="5"/>
      <dgm:spPr/>
    </dgm:pt>
    <dgm:pt modelId="{A2ED600C-EC52-4086-85BC-161DFBC0EE34}" type="pres">
      <dgm:prSet presAssocID="{3718CD01-D73F-4AB5-BF78-5B4BDABC4A03}" presName="rect2" presStyleLbl="alignAcc1" presStyleIdx="1" presStyleCnt="5"/>
      <dgm:spPr/>
    </dgm:pt>
    <dgm:pt modelId="{BCDA3A6B-0BEB-45B2-B3E2-413857FFA52B}" type="pres">
      <dgm:prSet presAssocID="{09D89A60-DE3B-4EA1-91C0-72883BF00406}" presName="vertSpace3" presStyleLbl="node1" presStyleIdx="1" presStyleCnt="5"/>
      <dgm:spPr/>
    </dgm:pt>
    <dgm:pt modelId="{02E55968-D595-4BA0-A3D9-A1D9DD534955}" type="pres">
      <dgm:prSet presAssocID="{09D89A60-DE3B-4EA1-91C0-72883BF00406}" presName="circle3" presStyleLbl="node1" presStyleIdx="2" presStyleCnt="5"/>
      <dgm:spPr/>
    </dgm:pt>
    <dgm:pt modelId="{0F8F18D0-C300-4CC7-B29D-7595E08E3626}" type="pres">
      <dgm:prSet presAssocID="{09D89A60-DE3B-4EA1-91C0-72883BF00406}" presName="rect3" presStyleLbl="alignAcc1" presStyleIdx="2" presStyleCnt="5"/>
      <dgm:spPr/>
    </dgm:pt>
    <dgm:pt modelId="{077CF1A1-4D54-4FE7-AEDF-AF64BF10EBD9}" type="pres">
      <dgm:prSet presAssocID="{9F6ECACF-0703-454F-93F4-23196D98E47E}" presName="vertSpace4" presStyleLbl="node1" presStyleIdx="2" presStyleCnt="5"/>
      <dgm:spPr/>
    </dgm:pt>
    <dgm:pt modelId="{6400B4EA-ACAF-4751-8026-52490FAA7DCE}" type="pres">
      <dgm:prSet presAssocID="{9F6ECACF-0703-454F-93F4-23196D98E47E}" presName="circle4" presStyleLbl="node1" presStyleIdx="3" presStyleCnt="5"/>
      <dgm:spPr/>
    </dgm:pt>
    <dgm:pt modelId="{0D9DA856-20F2-4E82-B808-A17B759255D3}" type="pres">
      <dgm:prSet presAssocID="{9F6ECACF-0703-454F-93F4-23196D98E47E}" presName="rect4" presStyleLbl="alignAcc1" presStyleIdx="3" presStyleCnt="5"/>
      <dgm:spPr/>
    </dgm:pt>
    <dgm:pt modelId="{32A51E9B-0E7C-4BC5-A4FB-35F6309FC463}" type="pres">
      <dgm:prSet presAssocID="{884FA388-91F8-43A6-88B6-C22AB5F6C8B5}" presName="vertSpace5" presStyleLbl="node1" presStyleIdx="3" presStyleCnt="5"/>
      <dgm:spPr/>
    </dgm:pt>
    <dgm:pt modelId="{6C013181-04CC-49C9-9AF1-02BB72A3FD80}" type="pres">
      <dgm:prSet presAssocID="{884FA388-91F8-43A6-88B6-C22AB5F6C8B5}" presName="circle5" presStyleLbl="node1" presStyleIdx="4" presStyleCnt="5"/>
      <dgm:spPr/>
    </dgm:pt>
    <dgm:pt modelId="{795F15E2-F85A-4F88-B64F-EC9391B14A49}" type="pres">
      <dgm:prSet presAssocID="{884FA388-91F8-43A6-88B6-C22AB5F6C8B5}" presName="rect5" presStyleLbl="alignAcc1" presStyleIdx="4" presStyleCnt="5"/>
      <dgm:spPr/>
    </dgm:pt>
    <dgm:pt modelId="{8B78B32E-AD4C-4354-9573-AE4B1AC98926}" type="pres">
      <dgm:prSet presAssocID="{30A31F84-FD32-4940-8ABB-B1F3BB279BE3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C7BEB37B-FF15-46F2-AC84-162047CED6BA}" type="pres">
      <dgm:prSet presAssocID="{3718CD01-D73F-4AB5-BF78-5B4BDABC4A03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66B8DCCF-6335-41E9-A14C-CB6CD029826B}" type="pres">
      <dgm:prSet presAssocID="{09D89A60-DE3B-4EA1-91C0-72883BF00406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A1FF54DC-CB6F-4404-B186-2B2191EEFAB1}" type="pres">
      <dgm:prSet presAssocID="{9F6ECACF-0703-454F-93F4-23196D98E47E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92B7A546-E57E-4C30-A846-30ACB88B0DB4}" type="pres">
      <dgm:prSet presAssocID="{884FA388-91F8-43A6-88B6-C22AB5F6C8B5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34D7651B-891C-4A8A-80F6-FEDA00AC51CE}" type="presOf" srcId="{09D89A60-DE3B-4EA1-91C0-72883BF00406}" destId="{0F8F18D0-C300-4CC7-B29D-7595E08E3626}" srcOrd="0" destOrd="0" presId="urn:microsoft.com/office/officeart/2005/8/layout/target3"/>
    <dgm:cxn modelId="{CD9D9C26-D3E7-44A5-A5A7-F220F027434D}" type="presOf" srcId="{9F6ECACF-0703-454F-93F4-23196D98E47E}" destId="{0D9DA856-20F2-4E82-B808-A17B759255D3}" srcOrd="0" destOrd="0" presId="urn:microsoft.com/office/officeart/2005/8/layout/target3"/>
    <dgm:cxn modelId="{5C4DA234-885A-4004-8D75-6EFFC1D54968}" srcId="{10AC39FA-F215-457E-B28C-E0291C537840}" destId="{30A31F84-FD32-4940-8ABB-B1F3BB279BE3}" srcOrd="0" destOrd="0" parTransId="{F8E54E62-5DFE-4823-83B6-9D35CC4C9215}" sibTransId="{3B91530C-BD02-418B-B1C6-F2F747443F25}"/>
    <dgm:cxn modelId="{F77B035D-7612-459E-A04D-7AE2C760DC1A}" type="presOf" srcId="{884FA388-91F8-43A6-88B6-C22AB5F6C8B5}" destId="{92B7A546-E57E-4C30-A846-30ACB88B0DB4}" srcOrd="1" destOrd="0" presId="urn:microsoft.com/office/officeart/2005/8/layout/target3"/>
    <dgm:cxn modelId="{BCA62A60-7481-49A0-9E4B-9AA63CF7BA3F}" type="presOf" srcId="{3718CD01-D73F-4AB5-BF78-5B4BDABC4A03}" destId="{C7BEB37B-FF15-46F2-AC84-162047CED6BA}" srcOrd="1" destOrd="0" presId="urn:microsoft.com/office/officeart/2005/8/layout/target3"/>
    <dgm:cxn modelId="{4489336C-FB7A-46B9-A1C5-240D19131F5D}" type="presOf" srcId="{10AC39FA-F215-457E-B28C-E0291C537840}" destId="{16342FFC-766A-4AD8-89E9-A02DF09371CF}" srcOrd="0" destOrd="0" presId="urn:microsoft.com/office/officeart/2005/8/layout/target3"/>
    <dgm:cxn modelId="{8C2A7A72-8F43-4D7F-9E03-7834D6D1B2F0}" type="presOf" srcId="{3718CD01-D73F-4AB5-BF78-5B4BDABC4A03}" destId="{A2ED600C-EC52-4086-85BC-161DFBC0EE34}" srcOrd="0" destOrd="0" presId="urn:microsoft.com/office/officeart/2005/8/layout/target3"/>
    <dgm:cxn modelId="{0856A69F-0969-4BD6-83EC-38E648354AC3}" type="presOf" srcId="{884FA388-91F8-43A6-88B6-C22AB5F6C8B5}" destId="{795F15E2-F85A-4F88-B64F-EC9391B14A49}" srcOrd="0" destOrd="0" presId="urn:microsoft.com/office/officeart/2005/8/layout/target3"/>
    <dgm:cxn modelId="{D66BAAAA-0349-4E09-A7BE-78B804CE89D1}" type="presOf" srcId="{30A31F84-FD32-4940-8ABB-B1F3BB279BE3}" destId="{8B78B32E-AD4C-4354-9573-AE4B1AC98926}" srcOrd="1" destOrd="0" presId="urn:microsoft.com/office/officeart/2005/8/layout/target3"/>
    <dgm:cxn modelId="{FAE758B9-FEBF-4CB1-8C8A-1A47285EDE35}" type="presOf" srcId="{30A31F84-FD32-4940-8ABB-B1F3BB279BE3}" destId="{8DBA0209-9819-4E86-99B8-0DE8B9D459B3}" srcOrd="0" destOrd="0" presId="urn:microsoft.com/office/officeart/2005/8/layout/target3"/>
    <dgm:cxn modelId="{3F609CC1-C461-4BD7-9969-3E4C153ADE15}" type="presOf" srcId="{9F6ECACF-0703-454F-93F4-23196D98E47E}" destId="{A1FF54DC-CB6F-4404-B186-2B2191EEFAB1}" srcOrd="1" destOrd="0" presId="urn:microsoft.com/office/officeart/2005/8/layout/target3"/>
    <dgm:cxn modelId="{4DFB5EC7-76EB-4880-BEF7-30261E6B8E9F}" srcId="{10AC39FA-F215-457E-B28C-E0291C537840}" destId="{3718CD01-D73F-4AB5-BF78-5B4BDABC4A03}" srcOrd="1" destOrd="0" parTransId="{09FACCCB-23B9-436C-B0C7-CA6216B1D1C5}" sibTransId="{174C9575-05BC-46D3-8EAE-4BF33ED6B790}"/>
    <dgm:cxn modelId="{489C12E2-5631-44FC-91FD-62C50BE638E4}" type="presOf" srcId="{09D89A60-DE3B-4EA1-91C0-72883BF00406}" destId="{66B8DCCF-6335-41E9-A14C-CB6CD029826B}" srcOrd="1" destOrd="0" presId="urn:microsoft.com/office/officeart/2005/8/layout/target3"/>
    <dgm:cxn modelId="{89FEAFE2-6FC8-4836-B42E-756E26D1B046}" srcId="{10AC39FA-F215-457E-B28C-E0291C537840}" destId="{884FA388-91F8-43A6-88B6-C22AB5F6C8B5}" srcOrd="4" destOrd="0" parTransId="{83835C65-0297-4372-88FB-3D684BB26A1F}" sibTransId="{96A96FC9-45E5-4F2F-9C34-55A880EF32F5}"/>
    <dgm:cxn modelId="{F7B6EAE8-AC5C-4FAF-A704-458E5A3B9841}" srcId="{10AC39FA-F215-457E-B28C-E0291C537840}" destId="{9F6ECACF-0703-454F-93F4-23196D98E47E}" srcOrd="3" destOrd="0" parTransId="{804A4F28-44A2-427B-AC48-4BA971F08451}" sibTransId="{97F636E0-96F2-4501-B422-B08185681760}"/>
    <dgm:cxn modelId="{416F20ED-77DB-4E46-B560-B2F3293302AA}" srcId="{10AC39FA-F215-457E-B28C-E0291C537840}" destId="{09D89A60-DE3B-4EA1-91C0-72883BF00406}" srcOrd="2" destOrd="0" parTransId="{380B073E-9382-462E-A5BD-4C0EC4F4C84F}" sibTransId="{49847821-F1BF-48D7-9A47-C91C7FFEBBFE}"/>
    <dgm:cxn modelId="{31C5B7A6-30A6-46E5-9316-B3429BB37E7C}" type="presParOf" srcId="{16342FFC-766A-4AD8-89E9-A02DF09371CF}" destId="{31EAD449-9679-4482-AFB1-0BD40A5F7122}" srcOrd="0" destOrd="0" presId="urn:microsoft.com/office/officeart/2005/8/layout/target3"/>
    <dgm:cxn modelId="{9D958F42-FE05-48A4-B0D0-F01B4B6921F5}" type="presParOf" srcId="{16342FFC-766A-4AD8-89E9-A02DF09371CF}" destId="{88F5368D-3F36-4FBA-AF89-792C1CEEBFDA}" srcOrd="1" destOrd="0" presId="urn:microsoft.com/office/officeart/2005/8/layout/target3"/>
    <dgm:cxn modelId="{73B98980-5F02-4D7D-B65A-995E64351A5F}" type="presParOf" srcId="{16342FFC-766A-4AD8-89E9-A02DF09371CF}" destId="{8DBA0209-9819-4E86-99B8-0DE8B9D459B3}" srcOrd="2" destOrd="0" presId="urn:microsoft.com/office/officeart/2005/8/layout/target3"/>
    <dgm:cxn modelId="{D5B77161-BD40-4EAD-A58D-27D214752AB7}" type="presParOf" srcId="{16342FFC-766A-4AD8-89E9-A02DF09371CF}" destId="{2B5CE941-DC87-4918-B97D-1F896838C4F7}" srcOrd="3" destOrd="0" presId="urn:microsoft.com/office/officeart/2005/8/layout/target3"/>
    <dgm:cxn modelId="{7D6B0282-0B8B-434A-977E-AA9ED6B33D75}" type="presParOf" srcId="{16342FFC-766A-4AD8-89E9-A02DF09371CF}" destId="{77D020C3-93EA-4C87-88A8-97AB4849B3FC}" srcOrd="4" destOrd="0" presId="urn:microsoft.com/office/officeart/2005/8/layout/target3"/>
    <dgm:cxn modelId="{DE41F8B4-82C9-4F03-8465-3E0AE01D0A91}" type="presParOf" srcId="{16342FFC-766A-4AD8-89E9-A02DF09371CF}" destId="{A2ED600C-EC52-4086-85BC-161DFBC0EE34}" srcOrd="5" destOrd="0" presId="urn:microsoft.com/office/officeart/2005/8/layout/target3"/>
    <dgm:cxn modelId="{7AD6DDCF-54B5-4967-AB32-E8AF97EED246}" type="presParOf" srcId="{16342FFC-766A-4AD8-89E9-A02DF09371CF}" destId="{BCDA3A6B-0BEB-45B2-B3E2-413857FFA52B}" srcOrd="6" destOrd="0" presId="urn:microsoft.com/office/officeart/2005/8/layout/target3"/>
    <dgm:cxn modelId="{8E021C59-D250-4EE1-A4E7-1059BD7CAE6B}" type="presParOf" srcId="{16342FFC-766A-4AD8-89E9-A02DF09371CF}" destId="{02E55968-D595-4BA0-A3D9-A1D9DD534955}" srcOrd="7" destOrd="0" presId="urn:microsoft.com/office/officeart/2005/8/layout/target3"/>
    <dgm:cxn modelId="{117FC7EE-A740-4794-A005-1B1608CA2C12}" type="presParOf" srcId="{16342FFC-766A-4AD8-89E9-A02DF09371CF}" destId="{0F8F18D0-C300-4CC7-B29D-7595E08E3626}" srcOrd="8" destOrd="0" presId="urn:microsoft.com/office/officeart/2005/8/layout/target3"/>
    <dgm:cxn modelId="{28576A41-62CB-4561-BECE-17C86DBBA22E}" type="presParOf" srcId="{16342FFC-766A-4AD8-89E9-A02DF09371CF}" destId="{077CF1A1-4D54-4FE7-AEDF-AF64BF10EBD9}" srcOrd="9" destOrd="0" presId="urn:microsoft.com/office/officeart/2005/8/layout/target3"/>
    <dgm:cxn modelId="{EE4BDAAA-0F72-4840-9199-0DFA104DC955}" type="presParOf" srcId="{16342FFC-766A-4AD8-89E9-A02DF09371CF}" destId="{6400B4EA-ACAF-4751-8026-52490FAA7DCE}" srcOrd="10" destOrd="0" presId="urn:microsoft.com/office/officeart/2005/8/layout/target3"/>
    <dgm:cxn modelId="{1869483D-71D9-4662-973D-4B329E889561}" type="presParOf" srcId="{16342FFC-766A-4AD8-89E9-A02DF09371CF}" destId="{0D9DA856-20F2-4E82-B808-A17B759255D3}" srcOrd="11" destOrd="0" presId="urn:microsoft.com/office/officeart/2005/8/layout/target3"/>
    <dgm:cxn modelId="{64C6E363-8BBB-4755-99A6-F21DD6AAE5D5}" type="presParOf" srcId="{16342FFC-766A-4AD8-89E9-A02DF09371CF}" destId="{32A51E9B-0E7C-4BC5-A4FB-35F6309FC463}" srcOrd="12" destOrd="0" presId="urn:microsoft.com/office/officeart/2005/8/layout/target3"/>
    <dgm:cxn modelId="{B20759C6-E62E-4C4C-882F-EF6F2A885C40}" type="presParOf" srcId="{16342FFC-766A-4AD8-89E9-A02DF09371CF}" destId="{6C013181-04CC-49C9-9AF1-02BB72A3FD80}" srcOrd="13" destOrd="0" presId="urn:microsoft.com/office/officeart/2005/8/layout/target3"/>
    <dgm:cxn modelId="{0B89FF58-51EF-4363-A4D1-83CBF63575D1}" type="presParOf" srcId="{16342FFC-766A-4AD8-89E9-A02DF09371CF}" destId="{795F15E2-F85A-4F88-B64F-EC9391B14A49}" srcOrd="14" destOrd="0" presId="urn:microsoft.com/office/officeart/2005/8/layout/target3"/>
    <dgm:cxn modelId="{8A0FC3ED-DA96-4670-9092-8FB04E690993}" type="presParOf" srcId="{16342FFC-766A-4AD8-89E9-A02DF09371CF}" destId="{8B78B32E-AD4C-4354-9573-AE4B1AC98926}" srcOrd="15" destOrd="0" presId="urn:microsoft.com/office/officeart/2005/8/layout/target3"/>
    <dgm:cxn modelId="{CB527540-0817-49F5-B4CA-DCE7038344B4}" type="presParOf" srcId="{16342FFC-766A-4AD8-89E9-A02DF09371CF}" destId="{C7BEB37B-FF15-46F2-AC84-162047CED6BA}" srcOrd="16" destOrd="0" presId="urn:microsoft.com/office/officeart/2005/8/layout/target3"/>
    <dgm:cxn modelId="{E4CCCF68-2D06-4754-B492-1A4081EED9B7}" type="presParOf" srcId="{16342FFC-766A-4AD8-89E9-A02DF09371CF}" destId="{66B8DCCF-6335-41E9-A14C-CB6CD029826B}" srcOrd="17" destOrd="0" presId="urn:microsoft.com/office/officeart/2005/8/layout/target3"/>
    <dgm:cxn modelId="{69930558-FCE6-437C-B9A8-A605AD3BDC3D}" type="presParOf" srcId="{16342FFC-766A-4AD8-89E9-A02DF09371CF}" destId="{A1FF54DC-CB6F-4404-B186-2B2191EEFAB1}" srcOrd="18" destOrd="0" presId="urn:microsoft.com/office/officeart/2005/8/layout/target3"/>
    <dgm:cxn modelId="{BB08749F-FD56-49C1-B4F6-E764E564AD71}" type="presParOf" srcId="{16342FFC-766A-4AD8-89E9-A02DF09371CF}" destId="{92B7A546-E57E-4C30-A846-30ACB88B0DB4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0AC39FA-F215-457E-B28C-E0291C537840}" type="doc">
      <dgm:prSet loTypeId="urn:microsoft.com/office/officeart/2005/8/layout/target3" loCatId="list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pl-PL"/>
        </a:p>
      </dgm:t>
    </dgm:pt>
    <dgm:pt modelId="{30A31F84-FD32-4940-8ABB-B1F3BB279BE3}">
      <dgm:prSet phldrT="[Tekst]" phldr="0"/>
      <dgm:spPr/>
      <dgm:t>
        <a:bodyPr/>
        <a:lstStyle/>
        <a:p>
          <a:r>
            <a:rPr lang="en-US" dirty="0">
              <a:latin typeface="Segoe UI" panose="020B0502040204020203" pitchFamily="34" charset="0"/>
              <a:cs typeface="Segoe UI" panose="020B0502040204020203" pitchFamily="34" charset="0"/>
            </a:rPr>
            <a:t>Loads structures directly from XYZ.</a:t>
          </a:r>
          <a:endParaRPr lang="pl-PL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8E54E62-5DFE-4823-83B6-9D35CC4C9215}" type="parTrans" cxnId="{97C7542B-946E-454D-8B38-1E90BCF6608F}">
      <dgm:prSet/>
      <dgm:spPr/>
      <dgm:t>
        <a:bodyPr/>
        <a:lstStyle/>
        <a:p>
          <a:endParaRPr lang="pl-PL"/>
        </a:p>
      </dgm:t>
    </dgm:pt>
    <dgm:pt modelId="{3B91530C-BD02-418B-B1C6-F2F747443F25}" type="sibTrans" cxnId="{97C7542B-946E-454D-8B38-1E90BCF6608F}">
      <dgm:prSet/>
      <dgm:spPr/>
      <dgm:t>
        <a:bodyPr/>
        <a:lstStyle/>
        <a:p>
          <a:endParaRPr lang="pl-PL"/>
        </a:p>
      </dgm:t>
    </dgm:pt>
    <dgm:pt modelId="{3718CD01-D73F-4AB5-BF78-5B4BDABC4A03}">
      <dgm:prSet phldrT="[Tekst]"/>
      <dgm:spPr/>
      <dgm:t>
        <a:bodyPr/>
        <a:lstStyle/>
        <a:p>
          <a:r>
            <a:rPr lang="pl-PL" dirty="0" err="1">
              <a:latin typeface="Segoe UI" panose="020B0502040204020203" pitchFamily="34" charset="0"/>
              <a:cs typeface="Segoe UI" panose="020B0502040204020203" pitchFamily="34" charset="0"/>
            </a:rPr>
            <a:t>Assigns</a:t>
          </a:r>
          <a:r>
            <a:rPr lang="pl-PL" dirty="0">
              <a:latin typeface="Segoe UI" panose="020B0502040204020203" pitchFamily="34" charset="0"/>
              <a:cs typeface="Segoe UI" panose="020B0502040204020203" pitchFamily="34" charset="0"/>
            </a:rPr>
            <a:t>, </a:t>
          </a:r>
          <a:r>
            <a:rPr lang="pl-PL" dirty="0" err="1">
              <a:latin typeface="Segoe UI" panose="020B0502040204020203" pitchFamily="34" charset="0"/>
              <a:cs typeface="Segoe UI" panose="020B0502040204020203" pitchFamily="34" charset="0"/>
            </a:rPr>
            <a:t>recolors</a:t>
          </a:r>
          <a:r>
            <a:rPr lang="pl-PL" dirty="0">
              <a:latin typeface="Segoe UI" panose="020B0502040204020203" pitchFamily="34" charset="0"/>
              <a:cs typeface="Segoe UI" panose="020B0502040204020203" pitchFamily="34" charset="0"/>
            </a:rPr>
            <a:t>, and </a:t>
          </a:r>
          <a:r>
            <a:rPr lang="pl-PL" dirty="0" err="1">
              <a:latin typeface="Segoe UI" panose="020B0502040204020203" pitchFamily="34" charset="0"/>
              <a:cs typeface="Segoe UI" panose="020B0502040204020203" pitchFamily="34" charset="0"/>
            </a:rPr>
            <a:t>validates</a:t>
          </a:r>
          <a:r>
            <a:rPr lang="pl-PL" dirty="0"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r>
            <a:rPr lang="pl-PL" dirty="0" err="1">
              <a:latin typeface="Segoe UI" panose="020B0502040204020203" pitchFamily="34" charset="0"/>
              <a:cs typeface="Segoe UI" panose="020B0502040204020203" pitchFamily="34" charset="0"/>
            </a:rPr>
            <a:t>domain</a:t>
          </a:r>
          <a:r>
            <a:rPr lang="pl-PL" dirty="0"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r>
            <a:rPr lang="pl-PL" dirty="0" err="1">
              <a:latin typeface="Segoe UI" panose="020B0502040204020203" pitchFamily="34" charset="0"/>
              <a:cs typeface="Segoe UI" panose="020B0502040204020203" pitchFamily="34" charset="0"/>
            </a:rPr>
            <a:t>definitions</a:t>
          </a:r>
          <a:r>
            <a:rPr lang="pl-PL" dirty="0">
              <a:latin typeface="Segoe UI" panose="020B0502040204020203" pitchFamily="34" charset="0"/>
              <a:cs typeface="Segoe UI" panose="020B0502040204020203" pitchFamily="34" charset="0"/>
            </a:rPr>
            <a:t>.</a:t>
          </a:r>
        </a:p>
      </dgm:t>
    </dgm:pt>
    <dgm:pt modelId="{09FACCCB-23B9-436C-B0C7-CA6216B1D1C5}" type="parTrans" cxnId="{7EFE8788-4E79-404D-A2AB-C00F550EFF63}">
      <dgm:prSet/>
      <dgm:spPr/>
      <dgm:t>
        <a:bodyPr/>
        <a:lstStyle/>
        <a:p>
          <a:endParaRPr lang="pl-PL"/>
        </a:p>
      </dgm:t>
    </dgm:pt>
    <dgm:pt modelId="{174C9575-05BC-46D3-8EAE-4BF33ED6B790}" type="sibTrans" cxnId="{7EFE8788-4E79-404D-A2AB-C00F550EFF63}">
      <dgm:prSet/>
      <dgm:spPr/>
      <dgm:t>
        <a:bodyPr/>
        <a:lstStyle/>
        <a:p>
          <a:endParaRPr lang="pl-PL"/>
        </a:p>
      </dgm:t>
    </dgm:pt>
    <dgm:pt modelId="{09D89A60-DE3B-4EA1-91C0-72883BF00406}">
      <dgm:prSet phldrT="[Tekst]"/>
      <dgm:spPr/>
      <dgm:t>
        <a:bodyPr/>
        <a:lstStyle/>
        <a:p>
          <a:r>
            <a:rPr lang="pl-PL" dirty="0" err="1">
              <a:latin typeface="Segoe UI" panose="020B0502040204020203" pitchFamily="34" charset="0"/>
              <a:cs typeface="Segoe UI" panose="020B0502040204020203" pitchFamily="34" charset="0"/>
            </a:rPr>
            <a:t>Exports</a:t>
          </a:r>
          <a:r>
            <a:rPr lang="pl-PL" dirty="0"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r>
            <a:rPr lang="pl-PL" dirty="0" err="1">
              <a:latin typeface="Segoe UI" panose="020B0502040204020203" pitchFamily="34" charset="0"/>
              <a:cs typeface="Segoe UI" panose="020B0502040204020203" pitchFamily="34" charset="0"/>
            </a:rPr>
            <a:t>labeled</a:t>
          </a:r>
          <a:r>
            <a:rPr lang="pl-PL" dirty="0">
              <a:latin typeface="Segoe UI" panose="020B0502040204020203" pitchFamily="34" charset="0"/>
              <a:cs typeface="Segoe UI" panose="020B0502040204020203" pitchFamily="34" charset="0"/>
            </a:rPr>
            <a:t> geometry </a:t>
          </a:r>
          <a:r>
            <a:rPr lang="pl-PL" dirty="0" err="1">
              <a:latin typeface="Segoe UI" panose="020B0502040204020203" pitchFamily="34" charset="0"/>
              <a:cs typeface="Segoe UI" panose="020B0502040204020203" pitchFamily="34" charset="0"/>
            </a:rPr>
            <a:t>automatically</a:t>
          </a:r>
          <a:r>
            <a:rPr lang="pl-PL" dirty="0">
              <a:latin typeface="Segoe UI" panose="020B0502040204020203" pitchFamily="34" charset="0"/>
              <a:cs typeface="Segoe UI" panose="020B0502040204020203" pitchFamily="34" charset="0"/>
            </a:rPr>
            <a:t>.</a:t>
          </a:r>
        </a:p>
      </dgm:t>
    </dgm:pt>
    <dgm:pt modelId="{380B073E-9382-462E-A5BD-4C0EC4F4C84F}" type="parTrans" cxnId="{54EE16EE-3889-4479-847E-0A74BDEB15AD}">
      <dgm:prSet/>
      <dgm:spPr/>
      <dgm:t>
        <a:bodyPr/>
        <a:lstStyle/>
        <a:p>
          <a:endParaRPr lang="pl-PL"/>
        </a:p>
      </dgm:t>
    </dgm:pt>
    <dgm:pt modelId="{49847821-F1BF-48D7-9A47-C91C7FFEBBFE}" type="sibTrans" cxnId="{54EE16EE-3889-4479-847E-0A74BDEB15AD}">
      <dgm:prSet/>
      <dgm:spPr/>
      <dgm:t>
        <a:bodyPr/>
        <a:lstStyle/>
        <a:p>
          <a:endParaRPr lang="pl-PL"/>
        </a:p>
      </dgm:t>
    </dgm:pt>
    <dgm:pt modelId="{9F6ECACF-0703-454F-93F4-23196D98E47E}">
      <dgm:prSet phldrT="[Tekst]"/>
      <dgm:spPr/>
      <dgm:t>
        <a:bodyPr/>
        <a:lstStyle/>
        <a:p>
          <a:r>
            <a:rPr lang="en-US" dirty="0">
              <a:latin typeface="Segoe UI" panose="020B0502040204020203" pitchFamily="34" charset="0"/>
              <a:cs typeface="Segoe UI" panose="020B0502040204020203" pitchFamily="34" charset="0"/>
            </a:rPr>
            <a:t>Lightweight — no external dependencies or web connections.</a:t>
          </a:r>
          <a:endParaRPr lang="pl-PL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04A4F28-44A2-427B-AC48-4BA971F08451}" type="parTrans" cxnId="{6AFB1396-A876-4EC2-93B8-7800592B9DDD}">
      <dgm:prSet/>
      <dgm:spPr/>
      <dgm:t>
        <a:bodyPr/>
        <a:lstStyle/>
        <a:p>
          <a:endParaRPr lang="pl-PL"/>
        </a:p>
      </dgm:t>
    </dgm:pt>
    <dgm:pt modelId="{97F636E0-96F2-4501-B422-B08185681760}" type="sibTrans" cxnId="{6AFB1396-A876-4EC2-93B8-7800592B9DDD}">
      <dgm:prSet/>
      <dgm:spPr/>
      <dgm:t>
        <a:bodyPr/>
        <a:lstStyle/>
        <a:p>
          <a:endParaRPr lang="pl-PL"/>
        </a:p>
      </dgm:t>
    </dgm:pt>
    <dgm:pt modelId="{16342FFC-766A-4AD8-89E9-A02DF09371CF}" type="pres">
      <dgm:prSet presAssocID="{10AC39FA-F215-457E-B28C-E0291C537840}" presName="Name0" presStyleCnt="0">
        <dgm:presLayoutVars>
          <dgm:chMax val="7"/>
          <dgm:dir val="rev"/>
          <dgm:animLvl val="lvl"/>
          <dgm:resizeHandles val="exact"/>
        </dgm:presLayoutVars>
      </dgm:prSet>
      <dgm:spPr/>
    </dgm:pt>
    <dgm:pt modelId="{31EAD449-9679-4482-AFB1-0BD40A5F7122}" type="pres">
      <dgm:prSet presAssocID="{30A31F84-FD32-4940-8ABB-B1F3BB279BE3}" presName="circle1" presStyleLbl="node1" presStyleIdx="0" presStyleCnt="4"/>
      <dgm:spPr/>
    </dgm:pt>
    <dgm:pt modelId="{88F5368D-3F36-4FBA-AF89-792C1CEEBFDA}" type="pres">
      <dgm:prSet presAssocID="{30A31F84-FD32-4940-8ABB-B1F3BB279BE3}" presName="space" presStyleCnt="0"/>
      <dgm:spPr/>
    </dgm:pt>
    <dgm:pt modelId="{8DBA0209-9819-4E86-99B8-0DE8B9D459B3}" type="pres">
      <dgm:prSet presAssocID="{30A31F84-FD32-4940-8ABB-B1F3BB279BE3}" presName="rect1" presStyleLbl="alignAcc1" presStyleIdx="0" presStyleCnt="4"/>
      <dgm:spPr/>
    </dgm:pt>
    <dgm:pt modelId="{2B5CE941-DC87-4918-B97D-1F896838C4F7}" type="pres">
      <dgm:prSet presAssocID="{3718CD01-D73F-4AB5-BF78-5B4BDABC4A03}" presName="vertSpace2" presStyleLbl="node1" presStyleIdx="0" presStyleCnt="4"/>
      <dgm:spPr/>
    </dgm:pt>
    <dgm:pt modelId="{77D020C3-93EA-4C87-88A8-97AB4849B3FC}" type="pres">
      <dgm:prSet presAssocID="{3718CD01-D73F-4AB5-BF78-5B4BDABC4A03}" presName="circle2" presStyleLbl="node1" presStyleIdx="1" presStyleCnt="4"/>
      <dgm:spPr/>
    </dgm:pt>
    <dgm:pt modelId="{A2ED600C-EC52-4086-85BC-161DFBC0EE34}" type="pres">
      <dgm:prSet presAssocID="{3718CD01-D73F-4AB5-BF78-5B4BDABC4A03}" presName="rect2" presStyleLbl="alignAcc1" presStyleIdx="1" presStyleCnt="4"/>
      <dgm:spPr/>
    </dgm:pt>
    <dgm:pt modelId="{BCDA3A6B-0BEB-45B2-B3E2-413857FFA52B}" type="pres">
      <dgm:prSet presAssocID="{09D89A60-DE3B-4EA1-91C0-72883BF00406}" presName="vertSpace3" presStyleLbl="node1" presStyleIdx="1" presStyleCnt="4"/>
      <dgm:spPr/>
    </dgm:pt>
    <dgm:pt modelId="{02E55968-D595-4BA0-A3D9-A1D9DD534955}" type="pres">
      <dgm:prSet presAssocID="{09D89A60-DE3B-4EA1-91C0-72883BF00406}" presName="circle3" presStyleLbl="node1" presStyleIdx="2" presStyleCnt="4"/>
      <dgm:spPr/>
    </dgm:pt>
    <dgm:pt modelId="{0F8F18D0-C300-4CC7-B29D-7595E08E3626}" type="pres">
      <dgm:prSet presAssocID="{09D89A60-DE3B-4EA1-91C0-72883BF00406}" presName="rect3" presStyleLbl="alignAcc1" presStyleIdx="2" presStyleCnt="4"/>
      <dgm:spPr/>
    </dgm:pt>
    <dgm:pt modelId="{077CF1A1-4D54-4FE7-AEDF-AF64BF10EBD9}" type="pres">
      <dgm:prSet presAssocID="{9F6ECACF-0703-454F-93F4-23196D98E47E}" presName="vertSpace4" presStyleLbl="node1" presStyleIdx="2" presStyleCnt="4"/>
      <dgm:spPr/>
    </dgm:pt>
    <dgm:pt modelId="{6400B4EA-ACAF-4751-8026-52490FAA7DCE}" type="pres">
      <dgm:prSet presAssocID="{9F6ECACF-0703-454F-93F4-23196D98E47E}" presName="circle4" presStyleLbl="node1" presStyleIdx="3" presStyleCnt="4"/>
      <dgm:spPr/>
    </dgm:pt>
    <dgm:pt modelId="{0D9DA856-20F2-4E82-B808-A17B759255D3}" type="pres">
      <dgm:prSet presAssocID="{9F6ECACF-0703-454F-93F4-23196D98E47E}" presName="rect4" presStyleLbl="alignAcc1" presStyleIdx="3" presStyleCnt="4"/>
      <dgm:spPr/>
    </dgm:pt>
    <dgm:pt modelId="{8B78B32E-AD4C-4354-9573-AE4B1AC98926}" type="pres">
      <dgm:prSet presAssocID="{30A31F84-FD32-4940-8ABB-B1F3BB279BE3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C7BEB37B-FF15-46F2-AC84-162047CED6BA}" type="pres">
      <dgm:prSet presAssocID="{3718CD01-D73F-4AB5-BF78-5B4BDABC4A03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66B8DCCF-6335-41E9-A14C-CB6CD029826B}" type="pres">
      <dgm:prSet presAssocID="{09D89A60-DE3B-4EA1-91C0-72883BF00406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A1FF54DC-CB6F-4404-B186-2B2191EEFAB1}" type="pres">
      <dgm:prSet presAssocID="{9F6ECACF-0703-454F-93F4-23196D98E47E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9EE49812-C4E1-401E-A752-45BF528F01F2}" type="presOf" srcId="{9F6ECACF-0703-454F-93F4-23196D98E47E}" destId="{A1FF54DC-CB6F-4404-B186-2B2191EEFAB1}" srcOrd="1" destOrd="0" presId="urn:microsoft.com/office/officeart/2005/8/layout/target3"/>
    <dgm:cxn modelId="{5DAEA020-9A7A-46C6-9042-D48E319378ED}" type="presOf" srcId="{30A31F84-FD32-4940-8ABB-B1F3BB279BE3}" destId="{8DBA0209-9819-4E86-99B8-0DE8B9D459B3}" srcOrd="0" destOrd="0" presId="urn:microsoft.com/office/officeart/2005/8/layout/target3"/>
    <dgm:cxn modelId="{97C7542B-946E-454D-8B38-1E90BCF6608F}" srcId="{10AC39FA-F215-457E-B28C-E0291C537840}" destId="{30A31F84-FD32-4940-8ABB-B1F3BB279BE3}" srcOrd="0" destOrd="0" parTransId="{F8E54E62-5DFE-4823-83B6-9D35CC4C9215}" sibTransId="{3B91530C-BD02-418B-B1C6-F2F747443F25}"/>
    <dgm:cxn modelId="{4D5D5C2E-E5E7-416F-9415-4C4359E4F1C3}" type="presOf" srcId="{3718CD01-D73F-4AB5-BF78-5B4BDABC4A03}" destId="{C7BEB37B-FF15-46F2-AC84-162047CED6BA}" srcOrd="1" destOrd="0" presId="urn:microsoft.com/office/officeart/2005/8/layout/target3"/>
    <dgm:cxn modelId="{ACBD7435-546A-4BDA-B7C5-345CFCC6773A}" type="presOf" srcId="{09D89A60-DE3B-4EA1-91C0-72883BF00406}" destId="{66B8DCCF-6335-41E9-A14C-CB6CD029826B}" srcOrd="1" destOrd="0" presId="urn:microsoft.com/office/officeart/2005/8/layout/target3"/>
    <dgm:cxn modelId="{2E6AD268-E494-4DBA-881B-AA8C6A6D1644}" type="presOf" srcId="{9F6ECACF-0703-454F-93F4-23196D98E47E}" destId="{0D9DA856-20F2-4E82-B808-A17B759255D3}" srcOrd="0" destOrd="0" presId="urn:microsoft.com/office/officeart/2005/8/layout/target3"/>
    <dgm:cxn modelId="{4489336C-FB7A-46B9-A1C5-240D19131F5D}" type="presOf" srcId="{10AC39FA-F215-457E-B28C-E0291C537840}" destId="{16342FFC-766A-4AD8-89E9-A02DF09371CF}" srcOrd="0" destOrd="0" presId="urn:microsoft.com/office/officeart/2005/8/layout/target3"/>
    <dgm:cxn modelId="{94B32572-4906-4A5A-A95A-0C4B78BCD5C9}" type="presOf" srcId="{09D89A60-DE3B-4EA1-91C0-72883BF00406}" destId="{0F8F18D0-C300-4CC7-B29D-7595E08E3626}" srcOrd="0" destOrd="0" presId="urn:microsoft.com/office/officeart/2005/8/layout/target3"/>
    <dgm:cxn modelId="{CFDA7B7B-7393-4D0B-AE55-D686FB609E02}" type="presOf" srcId="{30A31F84-FD32-4940-8ABB-B1F3BB279BE3}" destId="{8B78B32E-AD4C-4354-9573-AE4B1AC98926}" srcOrd="1" destOrd="0" presId="urn:microsoft.com/office/officeart/2005/8/layout/target3"/>
    <dgm:cxn modelId="{7EFE8788-4E79-404D-A2AB-C00F550EFF63}" srcId="{10AC39FA-F215-457E-B28C-E0291C537840}" destId="{3718CD01-D73F-4AB5-BF78-5B4BDABC4A03}" srcOrd="1" destOrd="0" parTransId="{09FACCCB-23B9-436C-B0C7-CA6216B1D1C5}" sibTransId="{174C9575-05BC-46D3-8EAE-4BF33ED6B790}"/>
    <dgm:cxn modelId="{6AFB1396-A876-4EC2-93B8-7800592B9DDD}" srcId="{10AC39FA-F215-457E-B28C-E0291C537840}" destId="{9F6ECACF-0703-454F-93F4-23196D98E47E}" srcOrd="3" destOrd="0" parTransId="{804A4F28-44A2-427B-AC48-4BA971F08451}" sibTransId="{97F636E0-96F2-4501-B422-B08185681760}"/>
    <dgm:cxn modelId="{09FD73D4-FEA1-4686-9215-1CB896A50B22}" type="presOf" srcId="{3718CD01-D73F-4AB5-BF78-5B4BDABC4A03}" destId="{A2ED600C-EC52-4086-85BC-161DFBC0EE34}" srcOrd="0" destOrd="0" presId="urn:microsoft.com/office/officeart/2005/8/layout/target3"/>
    <dgm:cxn modelId="{54EE16EE-3889-4479-847E-0A74BDEB15AD}" srcId="{10AC39FA-F215-457E-B28C-E0291C537840}" destId="{09D89A60-DE3B-4EA1-91C0-72883BF00406}" srcOrd="2" destOrd="0" parTransId="{380B073E-9382-462E-A5BD-4C0EC4F4C84F}" sibTransId="{49847821-F1BF-48D7-9A47-C91C7FFEBBFE}"/>
    <dgm:cxn modelId="{98DA4BB6-0A47-4FAA-8C35-6F032EA646E9}" type="presParOf" srcId="{16342FFC-766A-4AD8-89E9-A02DF09371CF}" destId="{31EAD449-9679-4482-AFB1-0BD40A5F7122}" srcOrd="0" destOrd="0" presId="urn:microsoft.com/office/officeart/2005/8/layout/target3"/>
    <dgm:cxn modelId="{68BF5EA0-50C6-4DBF-98D6-9A956D14BA60}" type="presParOf" srcId="{16342FFC-766A-4AD8-89E9-A02DF09371CF}" destId="{88F5368D-3F36-4FBA-AF89-792C1CEEBFDA}" srcOrd="1" destOrd="0" presId="urn:microsoft.com/office/officeart/2005/8/layout/target3"/>
    <dgm:cxn modelId="{1F7647F8-C182-47EC-A943-0CA8269D2551}" type="presParOf" srcId="{16342FFC-766A-4AD8-89E9-A02DF09371CF}" destId="{8DBA0209-9819-4E86-99B8-0DE8B9D459B3}" srcOrd="2" destOrd="0" presId="urn:microsoft.com/office/officeart/2005/8/layout/target3"/>
    <dgm:cxn modelId="{D62D8F3B-34EF-4FEF-BEBA-DED4CAF418DF}" type="presParOf" srcId="{16342FFC-766A-4AD8-89E9-A02DF09371CF}" destId="{2B5CE941-DC87-4918-B97D-1F896838C4F7}" srcOrd="3" destOrd="0" presId="urn:microsoft.com/office/officeart/2005/8/layout/target3"/>
    <dgm:cxn modelId="{50360D7D-3DC3-48B3-BF43-FF3769949E12}" type="presParOf" srcId="{16342FFC-766A-4AD8-89E9-A02DF09371CF}" destId="{77D020C3-93EA-4C87-88A8-97AB4849B3FC}" srcOrd="4" destOrd="0" presId="urn:microsoft.com/office/officeart/2005/8/layout/target3"/>
    <dgm:cxn modelId="{2B80E4EB-998C-4A9D-990A-B3A1228BFE7A}" type="presParOf" srcId="{16342FFC-766A-4AD8-89E9-A02DF09371CF}" destId="{A2ED600C-EC52-4086-85BC-161DFBC0EE34}" srcOrd="5" destOrd="0" presId="urn:microsoft.com/office/officeart/2005/8/layout/target3"/>
    <dgm:cxn modelId="{349D2172-6952-4B11-AEBA-0999CDBD2866}" type="presParOf" srcId="{16342FFC-766A-4AD8-89E9-A02DF09371CF}" destId="{BCDA3A6B-0BEB-45B2-B3E2-413857FFA52B}" srcOrd="6" destOrd="0" presId="urn:microsoft.com/office/officeart/2005/8/layout/target3"/>
    <dgm:cxn modelId="{22F17CA2-EA1F-4904-BB71-E6188C0C1D53}" type="presParOf" srcId="{16342FFC-766A-4AD8-89E9-A02DF09371CF}" destId="{02E55968-D595-4BA0-A3D9-A1D9DD534955}" srcOrd="7" destOrd="0" presId="urn:microsoft.com/office/officeart/2005/8/layout/target3"/>
    <dgm:cxn modelId="{F5E117DF-E58F-408D-8C5A-A3C60C61A93D}" type="presParOf" srcId="{16342FFC-766A-4AD8-89E9-A02DF09371CF}" destId="{0F8F18D0-C300-4CC7-B29D-7595E08E3626}" srcOrd="8" destOrd="0" presId="urn:microsoft.com/office/officeart/2005/8/layout/target3"/>
    <dgm:cxn modelId="{89312660-BF1D-4226-AFDE-83A6243DA9FF}" type="presParOf" srcId="{16342FFC-766A-4AD8-89E9-A02DF09371CF}" destId="{077CF1A1-4D54-4FE7-AEDF-AF64BF10EBD9}" srcOrd="9" destOrd="0" presId="urn:microsoft.com/office/officeart/2005/8/layout/target3"/>
    <dgm:cxn modelId="{1DE0CF1A-F853-4FCA-BFD1-00BE889BE951}" type="presParOf" srcId="{16342FFC-766A-4AD8-89E9-A02DF09371CF}" destId="{6400B4EA-ACAF-4751-8026-52490FAA7DCE}" srcOrd="10" destOrd="0" presId="urn:microsoft.com/office/officeart/2005/8/layout/target3"/>
    <dgm:cxn modelId="{407981B3-CEC3-407F-8E5E-558D59F1287F}" type="presParOf" srcId="{16342FFC-766A-4AD8-89E9-A02DF09371CF}" destId="{0D9DA856-20F2-4E82-B808-A17B759255D3}" srcOrd="11" destOrd="0" presId="urn:microsoft.com/office/officeart/2005/8/layout/target3"/>
    <dgm:cxn modelId="{FAEDF044-E2E0-4740-AEEB-8F3FBD2FCDE9}" type="presParOf" srcId="{16342FFC-766A-4AD8-89E9-A02DF09371CF}" destId="{8B78B32E-AD4C-4354-9573-AE4B1AC98926}" srcOrd="12" destOrd="0" presId="urn:microsoft.com/office/officeart/2005/8/layout/target3"/>
    <dgm:cxn modelId="{CDB61231-83D2-4D6F-8B60-28B1B79D96CF}" type="presParOf" srcId="{16342FFC-766A-4AD8-89E9-A02DF09371CF}" destId="{C7BEB37B-FF15-46F2-AC84-162047CED6BA}" srcOrd="13" destOrd="0" presId="urn:microsoft.com/office/officeart/2005/8/layout/target3"/>
    <dgm:cxn modelId="{3721A306-74AF-4656-B825-3248DAE09B14}" type="presParOf" srcId="{16342FFC-766A-4AD8-89E9-A02DF09371CF}" destId="{66B8DCCF-6335-41E9-A14C-CB6CD029826B}" srcOrd="14" destOrd="0" presId="urn:microsoft.com/office/officeart/2005/8/layout/target3"/>
    <dgm:cxn modelId="{7796C4E5-136D-49BC-A3B0-A60E626C74B1}" type="presParOf" srcId="{16342FFC-766A-4AD8-89E9-A02DF09371CF}" destId="{A1FF54DC-CB6F-4404-B186-2B2191EEFAB1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A49C2A8-B347-461C-9034-08769DDD0870}" type="doc">
      <dgm:prSet loTypeId="urn:microsoft.com/office/officeart/2005/8/layout/list1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pl-PL"/>
        </a:p>
      </dgm:t>
    </dgm:pt>
    <dgm:pt modelId="{A566144C-D46A-4DE5-9BA9-E46D5901573D}">
      <dgm:prSet phldrT="[Tekst]"/>
      <dgm:spPr/>
      <dgm:t>
        <a:bodyPr/>
        <a:lstStyle/>
        <a:p>
          <a:r>
            <a:rPr lang="pl-PL" dirty="0"/>
            <a:t>Atom </a:t>
          </a:r>
          <a:r>
            <a:rPr lang="pl-PL" dirty="0" err="1"/>
            <a:t>deselection</a:t>
          </a:r>
          <a:endParaRPr lang="pl-PL" dirty="0"/>
        </a:p>
      </dgm:t>
    </dgm:pt>
    <dgm:pt modelId="{EC15C4BB-043B-49C5-8729-C8AE365A760D}" type="parTrans" cxnId="{802DA227-C2CC-4EAD-A2DF-40A13FA550A7}">
      <dgm:prSet/>
      <dgm:spPr/>
      <dgm:t>
        <a:bodyPr/>
        <a:lstStyle/>
        <a:p>
          <a:endParaRPr lang="pl-PL"/>
        </a:p>
      </dgm:t>
    </dgm:pt>
    <dgm:pt modelId="{FBB7C1AA-09AB-4711-8F54-D710929FEEDD}" type="sibTrans" cxnId="{802DA227-C2CC-4EAD-A2DF-40A13FA550A7}">
      <dgm:prSet/>
      <dgm:spPr/>
      <dgm:t>
        <a:bodyPr/>
        <a:lstStyle/>
        <a:p>
          <a:endParaRPr lang="pl-PL"/>
        </a:p>
      </dgm:t>
    </dgm:pt>
    <dgm:pt modelId="{321488F3-740E-4F10-A244-E01F6D56341B}">
      <dgm:prSet phldrT="[Tekst]"/>
      <dgm:spPr/>
      <dgm:t>
        <a:bodyPr/>
        <a:lstStyle/>
        <a:p>
          <a:r>
            <a:rPr lang="pl-PL" dirty="0"/>
            <a:t>Multi-atom </a:t>
          </a:r>
          <a:r>
            <a:rPr lang="pl-PL" dirty="0" err="1"/>
            <a:t>group</a:t>
          </a:r>
          <a:r>
            <a:rPr lang="pl-PL" dirty="0"/>
            <a:t> </a:t>
          </a:r>
          <a:r>
            <a:rPr lang="pl-PL" dirty="0" err="1"/>
            <a:t>selection</a:t>
          </a:r>
          <a:endParaRPr lang="pl-PL" dirty="0"/>
        </a:p>
      </dgm:t>
    </dgm:pt>
    <dgm:pt modelId="{80AE8BA3-0D2A-4C30-B7A2-2DFB93000227}" type="parTrans" cxnId="{7BFF67E7-D56E-48E5-B626-B26F6C03876F}">
      <dgm:prSet/>
      <dgm:spPr/>
      <dgm:t>
        <a:bodyPr/>
        <a:lstStyle/>
        <a:p>
          <a:endParaRPr lang="pl-PL"/>
        </a:p>
      </dgm:t>
    </dgm:pt>
    <dgm:pt modelId="{A154812A-B3F9-4892-83DA-F83C6BB1D14D}" type="sibTrans" cxnId="{7BFF67E7-D56E-48E5-B626-B26F6C03876F}">
      <dgm:prSet/>
      <dgm:spPr/>
      <dgm:t>
        <a:bodyPr/>
        <a:lstStyle/>
        <a:p>
          <a:endParaRPr lang="pl-PL"/>
        </a:p>
      </dgm:t>
    </dgm:pt>
    <dgm:pt modelId="{62B48CC3-2BC9-4D40-A5F2-C22F225132ED}">
      <dgm:prSet phldrT="[Tekst]"/>
      <dgm:spPr/>
      <dgm:t>
        <a:bodyPr/>
        <a:lstStyle/>
        <a:p>
          <a:r>
            <a:rPr lang="en-US" dirty="0"/>
            <a:t>Direct geometry loading from checkpoint</a:t>
          </a:r>
          <a:endParaRPr lang="pl-PL" dirty="0"/>
        </a:p>
      </dgm:t>
    </dgm:pt>
    <dgm:pt modelId="{ACB1FB4A-D77C-4F41-9788-16D1BCBA248E}" type="parTrans" cxnId="{E71E3F6A-32AD-4CFD-976E-F0EC657F424D}">
      <dgm:prSet/>
      <dgm:spPr/>
      <dgm:t>
        <a:bodyPr/>
        <a:lstStyle/>
        <a:p>
          <a:endParaRPr lang="pl-PL"/>
        </a:p>
      </dgm:t>
    </dgm:pt>
    <dgm:pt modelId="{C52567C4-CC5D-4173-82C3-71C7B486F8D3}" type="sibTrans" cxnId="{E71E3F6A-32AD-4CFD-976E-F0EC657F424D}">
      <dgm:prSet/>
      <dgm:spPr/>
      <dgm:t>
        <a:bodyPr/>
        <a:lstStyle/>
        <a:p>
          <a:endParaRPr lang="pl-PL"/>
        </a:p>
      </dgm:t>
    </dgm:pt>
    <dgm:pt modelId="{D56EDA02-B77F-4B7D-8FBC-40A8F86E11B8}">
      <dgm:prSet phldrT="[Tekst]"/>
      <dgm:spPr/>
      <dgm:t>
        <a:bodyPr/>
        <a:lstStyle/>
        <a:p>
          <a:r>
            <a:rPr lang="pl-PL" dirty="0"/>
            <a:t>GUI </a:t>
          </a:r>
          <a:r>
            <a:rPr lang="pl-PL" dirty="0" err="1"/>
            <a:t>MacOS</a:t>
          </a:r>
          <a:r>
            <a:rPr lang="pl-PL" dirty="0"/>
            <a:t> </a:t>
          </a:r>
          <a:r>
            <a:rPr lang="pl-PL" dirty="0" err="1"/>
            <a:t>compatibility</a:t>
          </a:r>
          <a:endParaRPr lang="pl-PL" dirty="0"/>
        </a:p>
      </dgm:t>
    </dgm:pt>
    <dgm:pt modelId="{B742C1A3-EFB0-46C9-BF15-02FC407FDBF1}" type="parTrans" cxnId="{36D62A48-D37C-4195-BBAE-C43D55C5C111}">
      <dgm:prSet/>
      <dgm:spPr/>
      <dgm:t>
        <a:bodyPr/>
        <a:lstStyle/>
        <a:p>
          <a:endParaRPr lang="pl-PL"/>
        </a:p>
      </dgm:t>
    </dgm:pt>
    <dgm:pt modelId="{A81927B1-9204-4431-A34F-392406AE121E}" type="sibTrans" cxnId="{36D62A48-D37C-4195-BBAE-C43D55C5C111}">
      <dgm:prSet/>
      <dgm:spPr/>
      <dgm:t>
        <a:bodyPr/>
        <a:lstStyle/>
        <a:p>
          <a:endParaRPr lang="pl-PL"/>
        </a:p>
      </dgm:t>
    </dgm:pt>
    <dgm:pt modelId="{FD082677-1601-4C41-87A4-3CC4CDE496C3}">
      <dgm:prSet phldrT="[Tekst]"/>
      <dgm:spPr/>
      <dgm:t>
        <a:bodyPr/>
        <a:lstStyle/>
        <a:p>
          <a:r>
            <a:rPr lang="pl-PL" dirty="0" err="1"/>
            <a:t>Tests</a:t>
          </a:r>
          <a:endParaRPr lang="pl-PL" dirty="0"/>
        </a:p>
      </dgm:t>
    </dgm:pt>
    <dgm:pt modelId="{A7A47A09-0CC7-481D-8F23-92E0725C3576}" type="parTrans" cxnId="{15615C09-7D04-4942-AB93-C8132A7B9C29}">
      <dgm:prSet/>
      <dgm:spPr/>
      <dgm:t>
        <a:bodyPr/>
        <a:lstStyle/>
        <a:p>
          <a:endParaRPr lang="pl-PL"/>
        </a:p>
      </dgm:t>
    </dgm:pt>
    <dgm:pt modelId="{E9A6699D-FFA2-47A0-BC82-0E606E56ABB3}" type="sibTrans" cxnId="{15615C09-7D04-4942-AB93-C8132A7B9C29}">
      <dgm:prSet/>
      <dgm:spPr/>
      <dgm:t>
        <a:bodyPr/>
        <a:lstStyle/>
        <a:p>
          <a:endParaRPr lang="pl-PL"/>
        </a:p>
      </dgm:t>
    </dgm:pt>
    <dgm:pt modelId="{929AB456-D8F7-4005-8326-26130BA61B42}">
      <dgm:prSet phldrT="[Tekst]"/>
      <dgm:spPr/>
      <dgm:t>
        <a:bodyPr/>
        <a:lstStyle/>
        <a:p>
          <a:r>
            <a:rPr lang="pl-PL"/>
            <a:t>Additional sanity checks</a:t>
          </a:r>
          <a:endParaRPr lang="pl-PL" dirty="0"/>
        </a:p>
      </dgm:t>
    </dgm:pt>
    <dgm:pt modelId="{0AF87F0C-BD07-45E8-A04B-7143E048E201}" type="parTrans" cxnId="{730E7507-D670-489C-A865-4D4DFCA61EFA}">
      <dgm:prSet/>
      <dgm:spPr/>
      <dgm:t>
        <a:bodyPr/>
        <a:lstStyle/>
        <a:p>
          <a:endParaRPr lang="pl-PL"/>
        </a:p>
      </dgm:t>
    </dgm:pt>
    <dgm:pt modelId="{6B79335A-3DB3-4718-A038-B54F40768314}" type="sibTrans" cxnId="{730E7507-D670-489C-A865-4D4DFCA61EFA}">
      <dgm:prSet/>
      <dgm:spPr/>
      <dgm:t>
        <a:bodyPr/>
        <a:lstStyle/>
        <a:p>
          <a:endParaRPr lang="pl-PL"/>
        </a:p>
      </dgm:t>
    </dgm:pt>
    <dgm:pt modelId="{37D6240A-B438-44D9-841E-E38F26A3343B}" type="pres">
      <dgm:prSet presAssocID="{9A49C2A8-B347-461C-9034-08769DDD0870}" presName="linear" presStyleCnt="0">
        <dgm:presLayoutVars>
          <dgm:dir/>
          <dgm:animLvl val="lvl"/>
          <dgm:resizeHandles val="exact"/>
        </dgm:presLayoutVars>
      </dgm:prSet>
      <dgm:spPr/>
    </dgm:pt>
    <dgm:pt modelId="{3498FC76-21FE-47DD-AEB5-FE3D1AD16900}" type="pres">
      <dgm:prSet presAssocID="{A566144C-D46A-4DE5-9BA9-E46D5901573D}" presName="parentLin" presStyleCnt="0"/>
      <dgm:spPr/>
    </dgm:pt>
    <dgm:pt modelId="{8B9A16D1-C7B4-4435-AE92-38BBA709A443}" type="pres">
      <dgm:prSet presAssocID="{A566144C-D46A-4DE5-9BA9-E46D5901573D}" presName="parentLeftMargin" presStyleLbl="node1" presStyleIdx="0" presStyleCnt="6"/>
      <dgm:spPr/>
    </dgm:pt>
    <dgm:pt modelId="{B83FF674-8770-4F7C-AE43-788870724734}" type="pres">
      <dgm:prSet presAssocID="{A566144C-D46A-4DE5-9BA9-E46D5901573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A325706-3A2C-4515-B99F-20146A006813}" type="pres">
      <dgm:prSet presAssocID="{A566144C-D46A-4DE5-9BA9-E46D5901573D}" presName="negativeSpace" presStyleCnt="0"/>
      <dgm:spPr/>
    </dgm:pt>
    <dgm:pt modelId="{ACD698FD-1224-45BD-B437-395568170E46}" type="pres">
      <dgm:prSet presAssocID="{A566144C-D46A-4DE5-9BA9-E46D5901573D}" presName="childText" presStyleLbl="conFgAcc1" presStyleIdx="0" presStyleCnt="6">
        <dgm:presLayoutVars>
          <dgm:bulletEnabled val="1"/>
        </dgm:presLayoutVars>
      </dgm:prSet>
      <dgm:spPr/>
    </dgm:pt>
    <dgm:pt modelId="{59583786-51BA-4B1D-8A79-3364C6D1B034}" type="pres">
      <dgm:prSet presAssocID="{FBB7C1AA-09AB-4711-8F54-D710929FEEDD}" presName="spaceBetweenRectangles" presStyleCnt="0"/>
      <dgm:spPr/>
    </dgm:pt>
    <dgm:pt modelId="{1B19CACC-D19A-48C1-A6B2-736E3A570270}" type="pres">
      <dgm:prSet presAssocID="{321488F3-740E-4F10-A244-E01F6D56341B}" presName="parentLin" presStyleCnt="0"/>
      <dgm:spPr/>
    </dgm:pt>
    <dgm:pt modelId="{7401C09E-CEA2-481B-94B4-1A7CF1B63B7F}" type="pres">
      <dgm:prSet presAssocID="{321488F3-740E-4F10-A244-E01F6D56341B}" presName="parentLeftMargin" presStyleLbl="node1" presStyleIdx="0" presStyleCnt="6"/>
      <dgm:spPr/>
    </dgm:pt>
    <dgm:pt modelId="{2E87AD92-3F4F-4376-A8FA-44D1F84135C6}" type="pres">
      <dgm:prSet presAssocID="{321488F3-740E-4F10-A244-E01F6D56341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B805E92-6164-42EC-8792-84195E10A90C}" type="pres">
      <dgm:prSet presAssocID="{321488F3-740E-4F10-A244-E01F6D56341B}" presName="negativeSpace" presStyleCnt="0"/>
      <dgm:spPr/>
    </dgm:pt>
    <dgm:pt modelId="{D7990BCC-E7A0-445B-959A-5799485E7970}" type="pres">
      <dgm:prSet presAssocID="{321488F3-740E-4F10-A244-E01F6D56341B}" presName="childText" presStyleLbl="conFgAcc1" presStyleIdx="1" presStyleCnt="6">
        <dgm:presLayoutVars>
          <dgm:bulletEnabled val="1"/>
        </dgm:presLayoutVars>
      </dgm:prSet>
      <dgm:spPr/>
    </dgm:pt>
    <dgm:pt modelId="{FEA2C1FD-F77F-46F8-B3D0-A3EC04B517A6}" type="pres">
      <dgm:prSet presAssocID="{A154812A-B3F9-4892-83DA-F83C6BB1D14D}" presName="spaceBetweenRectangles" presStyleCnt="0"/>
      <dgm:spPr/>
    </dgm:pt>
    <dgm:pt modelId="{8FFFF1C0-8E0F-4915-A1DC-7B5009F6853D}" type="pres">
      <dgm:prSet presAssocID="{62B48CC3-2BC9-4D40-A5F2-C22F225132ED}" presName="parentLin" presStyleCnt="0"/>
      <dgm:spPr/>
    </dgm:pt>
    <dgm:pt modelId="{03F26FDE-541E-4431-8A66-E45A23006341}" type="pres">
      <dgm:prSet presAssocID="{62B48CC3-2BC9-4D40-A5F2-C22F225132ED}" presName="parentLeftMargin" presStyleLbl="node1" presStyleIdx="1" presStyleCnt="6"/>
      <dgm:spPr/>
    </dgm:pt>
    <dgm:pt modelId="{BF5F0364-250B-43F7-91F0-B260B682EA23}" type="pres">
      <dgm:prSet presAssocID="{62B48CC3-2BC9-4D40-A5F2-C22F225132E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1516C65-6EDC-4B1A-A3EA-1DB6E4C17D9D}" type="pres">
      <dgm:prSet presAssocID="{62B48CC3-2BC9-4D40-A5F2-C22F225132ED}" presName="negativeSpace" presStyleCnt="0"/>
      <dgm:spPr/>
    </dgm:pt>
    <dgm:pt modelId="{D30CF438-F375-4523-8FFE-88B52ED9A884}" type="pres">
      <dgm:prSet presAssocID="{62B48CC3-2BC9-4D40-A5F2-C22F225132ED}" presName="childText" presStyleLbl="conFgAcc1" presStyleIdx="2" presStyleCnt="6">
        <dgm:presLayoutVars>
          <dgm:bulletEnabled val="1"/>
        </dgm:presLayoutVars>
      </dgm:prSet>
      <dgm:spPr/>
    </dgm:pt>
    <dgm:pt modelId="{813B3CA8-611B-4DE5-8202-727C7E24907C}" type="pres">
      <dgm:prSet presAssocID="{C52567C4-CC5D-4173-82C3-71C7B486F8D3}" presName="spaceBetweenRectangles" presStyleCnt="0"/>
      <dgm:spPr/>
    </dgm:pt>
    <dgm:pt modelId="{BD77FFFC-1E6B-4380-8A3B-C2144B8DA5F2}" type="pres">
      <dgm:prSet presAssocID="{D56EDA02-B77F-4B7D-8FBC-40A8F86E11B8}" presName="parentLin" presStyleCnt="0"/>
      <dgm:spPr/>
    </dgm:pt>
    <dgm:pt modelId="{1E1BD4BB-BC17-475E-968A-5E1E6D0B713E}" type="pres">
      <dgm:prSet presAssocID="{D56EDA02-B77F-4B7D-8FBC-40A8F86E11B8}" presName="parentLeftMargin" presStyleLbl="node1" presStyleIdx="2" presStyleCnt="6"/>
      <dgm:spPr/>
    </dgm:pt>
    <dgm:pt modelId="{3DD687B6-1BC1-4F49-B3CF-AE3A872FE004}" type="pres">
      <dgm:prSet presAssocID="{D56EDA02-B77F-4B7D-8FBC-40A8F86E11B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53EB188-E31B-4E05-9226-D275A457543D}" type="pres">
      <dgm:prSet presAssocID="{D56EDA02-B77F-4B7D-8FBC-40A8F86E11B8}" presName="negativeSpace" presStyleCnt="0"/>
      <dgm:spPr/>
    </dgm:pt>
    <dgm:pt modelId="{05E7C50B-44CA-40F0-BF76-12EC9D1AB951}" type="pres">
      <dgm:prSet presAssocID="{D56EDA02-B77F-4B7D-8FBC-40A8F86E11B8}" presName="childText" presStyleLbl="conFgAcc1" presStyleIdx="3" presStyleCnt="6">
        <dgm:presLayoutVars>
          <dgm:bulletEnabled val="1"/>
        </dgm:presLayoutVars>
      </dgm:prSet>
      <dgm:spPr/>
    </dgm:pt>
    <dgm:pt modelId="{6B09A52A-0852-4677-B7E9-201900CF5266}" type="pres">
      <dgm:prSet presAssocID="{A81927B1-9204-4431-A34F-392406AE121E}" presName="spaceBetweenRectangles" presStyleCnt="0"/>
      <dgm:spPr/>
    </dgm:pt>
    <dgm:pt modelId="{565D2CFF-E6B8-4449-9F4F-C90A965BBD92}" type="pres">
      <dgm:prSet presAssocID="{FD082677-1601-4C41-87A4-3CC4CDE496C3}" presName="parentLin" presStyleCnt="0"/>
      <dgm:spPr/>
    </dgm:pt>
    <dgm:pt modelId="{F2596990-6E40-45AF-B9D9-FE7D7F37FE04}" type="pres">
      <dgm:prSet presAssocID="{FD082677-1601-4C41-87A4-3CC4CDE496C3}" presName="parentLeftMargin" presStyleLbl="node1" presStyleIdx="3" presStyleCnt="6"/>
      <dgm:spPr/>
    </dgm:pt>
    <dgm:pt modelId="{E9C636E4-6423-4C5E-AB25-DDF8AA9CA71C}" type="pres">
      <dgm:prSet presAssocID="{FD082677-1601-4C41-87A4-3CC4CDE496C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C2951DF-0C7E-4542-9181-ACA6FC425107}" type="pres">
      <dgm:prSet presAssocID="{FD082677-1601-4C41-87A4-3CC4CDE496C3}" presName="negativeSpace" presStyleCnt="0"/>
      <dgm:spPr/>
    </dgm:pt>
    <dgm:pt modelId="{A473AF0B-97EB-4F12-AFCA-F88E0F47E941}" type="pres">
      <dgm:prSet presAssocID="{FD082677-1601-4C41-87A4-3CC4CDE496C3}" presName="childText" presStyleLbl="conFgAcc1" presStyleIdx="4" presStyleCnt="6">
        <dgm:presLayoutVars>
          <dgm:bulletEnabled val="1"/>
        </dgm:presLayoutVars>
      </dgm:prSet>
      <dgm:spPr/>
    </dgm:pt>
    <dgm:pt modelId="{9947B108-FE91-47C0-90A2-1D18794D2BC3}" type="pres">
      <dgm:prSet presAssocID="{E9A6699D-FFA2-47A0-BC82-0E606E56ABB3}" presName="spaceBetweenRectangles" presStyleCnt="0"/>
      <dgm:spPr/>
    </dgm:pt>
    <dgm:pt modelId="{137A9990-A500-4739-A62A-D8BC384377FE}" type="pres">
      <dgm:prSet presAssocID="{929AB456-D8F7-4005-8326-26130BA61B42}" presName="parentLin" presStyleCnt="0"/>
      <dgm:spPr/>
    </dgm:pt>
    <dgm:pt modelId="{AD217B18-8197-45D4-BF0F-A23C8CEE086F}" type="pres">
      <dgm:prSet presAssocID="{929AB456-D8F7-4005-8326-26130BA61B42}" presName="parentLeftMargin" presStyleLbl="node1" presStyleIdx="4" presStyleCnt="6"/>
      <dgm:spPr/>
    </dgm:pt>
    <dgm:pt modelId="{86109CE6-9214-419E-823D-BC5F860140A1}" type="pres">
      <dgm:prSet presAssocID="{929AB456-D8F7-4005-8326-26130BA61B42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011649DE-0CB5-473A-924E-063C2D1F929E}" type="pres">
      <dgm:prSet presAssocID="{929AB456-D8F7-4005-8326-26130BA61B42}" presName="negativeSpace" presStyleCnt="0"/>
      <dgm:spPr/>
    </dgm:pt>
    <dgm:pt modelId="{787221A3-5381-41DA-BAE9-48155CE2CF1E}" type="pres">
      <dgm:prSet presAssocID="{929AB456-D8F7-4005-8326-26130BA61B42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C498F106-57E7-45BF-B1F4-7AD23E6CF2C5}" type="presOf" srcId="{A566144C-D46A-4DE5-9BA9-E46D5901573D}" destId="{8B9A16D1-C7B4-4435-AE92-38BBA709A443}" srcOrd="0" destOrd="0" presId="urn:microsoft.com/office/officeart/2005/8/layout/list1"/>
    <dgm:cxn modelId="{730E7507-D670-489C-A865-4D4DFCA61EFA}" srcId="{9A49C2A8-B347-461C-9034-08769DDD0870}" destId="{929AB456-D8F7-4005-8326-26130BA61B42}" srcOrd="5" destOrd="0" parTransId="{0AF87F0C-BD07-45E8-A04B-7143E048E201}" sibTransId="{6B79335A-3DB3-4718-A038-B54F40768314}"/>
    <dgm:cxn modelId="{15615C09-7D04-4942-AB93-C8132A7B9C29}" srcId="{9A49C2A8-B347-461C-9034-08769DDD0870}" destId="{FD082677-1601-4C41-87A4-3CC4CDE496C3}" srcOrd="4" destOrd="0" parTransId="{A7A47A09-0CC7-481D-8F23-92E0725C3576}" sibTransId="{E9A6699D-FFA2-47A0-BC82-0E606E56ABB3}"/>
    <dgm:cxn modelId="{7DED5809-57D4-4329-BB8F-2B8FCC035B00}" type="presOf" srcId="{62B48CC3-2BC9-4D40-A5F2-C22F225132ED}" destId="{03F26FDE-541E-4431-8A66-E45A23006341}" srcOrd="0" destOrd="0" presId="urn:microsoft.com/office/officeart/2005/8/layout/list1"/>
    <dgm:cxn modelId="{802DA227-C2CC-4EAD-A2DF-40A13FA550A7}" srcId="{9A49C2A8-B347-461C-9034-08769DDD0870}" destId="{A566144C-D46A-4DE5-9BA9-E46D5901573D}" srcOrd="0" destOrd="0" parTransId="{EC15C4BB-043B-49C5-8729-C8AE365A760D}" sibTransId="{FBB7C1AA-09AB-4711-8F54-D710929FEEDD}"/>
    <dgm:cxn modelId="{F32E125B-9B7F-4056-829E-BA0C60576E59}" type="presOf" srcId="{321488F3-740E-4F10-A244-E01F6D56341B}" destId="{7401C09E-CEA2-481B-94B4-1A7CF1B63B7F}" srcOrd="0" destOrd="0" presId="urn:microsoft.com/office/officeart/2005/8/layout/list1"/>
    <dgm:cxn modelId="{36D62A48-D37C-4195-BBAE-C43D55C5C111}" srcId="{9A49C2A8-B347-461C-9034-08769DDD0870}" destId="{D56EDA02-B77F-4B7D-8FBC-40A8F86E11B8}" srcOrd="3" destOrd="0" parTransId="{B742C1A3-EFB0-46C9-BF15-02FC407FDBF1}" sibTransId="{A81927B1-9204-4431-A34F-392406AE121E}"/>
    <dgm:cxn modelId="{E71E3F6A-32AD-4CFD-976E-F0EC657F424D}" srcId="{9A49C2A8-B347-461C-9034-08769DDD0870}" destId="{62B48CC3-2BC9-4D40-A5F2-C22F225132ED}" srcOrd="2" destOrd="0" parTransId="{ACB1FB4A-D77C-4F41-9788-16D1BCBA248E}" sibTransId="{C52567C4-CC5D-4173-82C3-71C7B486F8D3}"/>
    <dgm:cxn modelId="{83F0C96D-15A1-4890-AF46-C6DE4E4A212C}" type="presOf" srcId="{929AB456-D8F7-4005-8326-26130BA61B42}" destId="{AD217B18-8197-45D4-BF0F-A23C8CEE086F}" srcOrd="0" destOrd="0" presId="urn:microsoft.com/office/officeart/2005/8/layout/list1"/>
    <dgm:cxn modelId="{BD00D17B-0883-4000-A47E-CFF0535CF6E2}" type="presOf" srcId="{D56EDA02-B77F-4B7D-8FBC-40A8F86E11B8}" destId="{3DD687B6-1BC1-4F49-B3CF-AE3A872FE004}" srcOrd="1" destOrd="0" presId="urn:microsoft.com/office/officeart/2005/8/layout/list1"/>
    <dgm:cxn modelId="{6B0B1F82-B7BE-4EDD-B29D-F9E569ED062B}" type="presOf" srcId="{321488F3-740E-4F10-A244-E01F6D56341B}" destId="{2E87AD92-3F4F-4376-A8FA-44D1F84135C6}" srcOrd="1" destOrd="0" presId="urn:microsoft.com/office/officeart/2005/8/layout/list1"/>
    <dgm:cxn modelId="{DB12AE93-95A8-4B37-B1B4-49F61DDFCF49}" type="presOf" srcId="{D56EDA02-B77F-4B7D-8FBC-40A8F86E11B8}" destId="{1E1BD4BB-BC17-475E-968A-5E1E6D0B713E}" srcOrd="0" destOrd="0" presId="urn:microsoft.com/office/officeart/2005/8/layout/list1"/>
    <dgm:cxn modelId="{A5867197-C9D0-4645-BAD1-DF6FE3964EA9}" type="presOf" srcId="{929AB456-D8F7-4005-8326-26130BA61B42}" destId="{86109CE6-9214-419E-823D-BC5F860140A1}" srcOrd="1" destOrd="0" presId="urn:microsoft.com/office/officeart/2005/8/layout/list1"/>
    <dgm:cxn modelId="{453303A2-1CD8-4E7D-A87A-0DF20443EC2F}" type="presOf" srcId="{FD082677-1601-4C41-87A4-3CC4CDE496C3}" destId="{F2596990-6E40-45AF-B9D9-FE7D7F37FE04}" srcOrd="0" destOrd="0" presId="urn:microsoft.com/office/officeart/2005/8/layout/list1"/>
    <dgm:cxn modelId="{41A150AA-08E0-4715-AF23-1FF43D7A0170}" type="presOf" srcId="{A566144C-D46A-4DE5-9BA9-E46D5901573D}" destId="{B83FF674-8770-4F7C-AE43-788870724734}" srcOrd="1" destOrd="0" presId="urn:microsoft.com/office/officeart/2005/8/layout/list1"/>
    <dgm:cxn modelId="{11DED3B9-D8CE-406A-9B1E-56CAA168F161}" type="presOf" srcId="{9A49C2A8-B347-461C-9034-08769DDD0870}" destId="{37D6240A-B438-44D9-841E-E38F26A3343B}" srcOrd="0" destOrd="0" presId="urn:microsoft.com/office/officeart/2005/8/layout/list1"/>
    <dgm:cxn modelId="{49C999BD-B1A3-49F9-B888-C46C7735C54B}" type="presOf" srcId="{62B48CC3-2BC9-4D40-A5F2-C22F225132ED}" destId="{BF5F0364-250B-43F7-91F0-B260B682EA23}" srcOrd="1" destOrd="0" presId="urn:microsoft.com/office/officeart/2005/8/layout/list1"/>
    <dgm:cxn modelId="{772100C2-C748-4B54-BB49-8D539F6F2440}" type="presOf" srcId="{FD082677-1601-4C41-87A4-3CC4CDE496C3}" destId="{E9C636E4-6423-4C5E-AB25-DDF8AA9CA71C}" srcOrd="1" destOrd="0" presId="urn:microsoft.com/office/officeart/2005/8/layout/list1"/>
    <dgm:cxn modelId="{7BFF67E7-D56E-48E5-B626-B26F6C03876F}" srcId="{9A49C2A8-B347-461C-9034-08769DDD0870}" destId="{321488F3-740E-4F10-A244-E01F6D56341B}" srcOrd="1" destOrd="0" parTransId="{80AE8BA3-0D2A-4C30-B7A2-2DFB93000227}" sibTransId="{A154812A-B3F9-4892-83DA-F83C6BB1D14D}"/>
    <dgm:cxn modelId="{F647397F-DC0B-4D53-A363-53786565452C}" type="presParOf" srcId="{37D6240A-B438-44D9-841E-E38F26A3343B}" destId="{3498FC76-21FE-47DD-AEB5-FE3D1AD16900}" srcOrd="0" destOrd="0" presId="urn:microsoft.com/office/officeart/2005/8/layout/list1"/>
    <dgm:cxn modelId="{4006C86D-275F-4C2E-A70B-56C32066DB32}" type="presParOf" srcId="{3498FC76-21FE-47DD-AEB5-FE3D1AD16900}" destId="{8B9A16D1-C7B4-4435-AE92-38BBA709A443}" srcOrd="0" destOrd="0" presId="urn:microsoft.com/office/officeart/2005/8/layout/list1"/>
    <dgm:cxn modelId="{66ACA41A-6954-4735-A8DD-2792443CE5B3}" type="presParOf" srcId="{3498FC76-21FE-47DD-AEB5-FE3D1AD16900}" destId="{B83FF674-8770-4F7C-AE43-788870724734}" srcOrd="1" destOrd="0" presId="urn:microsoft.com/office/officeart/2005/8/layout/list1"/>
    <dgm:cxn modelId="{1B08B4F1-70D7-4C56-BB2E-58F0FF81BA30}" type="presParOf" srcId="{37D6240A-B438-44D9-841E-E38F26A3343B}" destId="{EA325706-3A2C-4515-B99F-20146A006813}" srcOrd="1" destOrd="0" presId="urn:microsoft.com/office/officeart/2005/8/layout/list1"/>
    <dgm:cxn modelId="{CEF80FE4-C279-4C40-80F2-198C5DEDBF0C}" type="presParOf" srcId="{37D6240A-B438-44D9-841E-E38F26A3343B}" destId="{ACD698FD-1224-45BD-B437-395568170E46}" srcOrd="2" destOrd="0" presId="urn:microsoft.com/office/officeart/2005/8/layout/list1"/>
    <dgm:cxn modelId="{3121F6B3-7A3E-48A4-999D-0CF4BAB1E344}" type="presParOf" srcId="{37D6240A-B438-44D9-841E-E38F26A3343B}" destId="{59583786-51BA-4B1D-8A79-3364C6D1B034}" srcOrd="3" destOrd="0" presId="urn:microsoft.com/office/officeart/2005/8/layout/list1"/>
    <dgm:cxn modelId="{EFD853FE-9EDC-4BB0-B8DF-1C0A90A66663}" type="presParOf" srcId="{37D6240A-B438-44D9-841E-E38F26A3343B}" destId="{1B19CACC-D19A-48C1-A6B2-736E3A570270}" srcOrd="4" destOrd="0" presId="urn:microsoft.com/office/officeart/2005/8/layout/list1"/>
    <dgm:cxn modelId="{E58CE333-6EA9-42B7-8554-FBC9FCA07ED3}" type="presParOf" srcId="{1B19CACC-D19A-48C1-A6B2-736E3A570270}" destId="{7401C09E-CEA2-481B-94B4-1A7CF1B63B7F}" srcOrd="0" destOrd="0" presId="urn:microsoft.com/office/officeart/2005/8/layout/list1"/>
    <dgm:cxn modelId="{B8FA084B-88AA-4904-BF68-17F52EC7DADB}" type="presParOf" srcId="{1B19CACC-D19A-48C1-A6B2-736E3A570270}" destId="{2E87AD92-3F4F-4376-A8FA-44D1F84135C6}" srcOrd="1" destOrd="0" presId="urn:microsoft.com/office/officeart/2005/8/layout/list1"/>
    <dgm:cxn modelId="{72740424-B92B-4C64-B24A-5E6D87350560}" type="presParOf" srcId="{37D6240A-B438-44D9-841E-E38F26A3343B}" destId="{EB805E92-6164-42EC-8792-84195E10A90C}" srcOrd="5" destOrd="0" presId="urn:microsoft.com/office/officeart/2005/8/layout/list1"/>
    <dgm:cxn modelId="{35734BEB-FE8F-4AA5-9377-5F0820BB4857}" type="presParOf" srcId="{37D6240A-B438-44D9-841E-E38F26A3343B}" destId="{D7990BCC-E7A0-445B-959A-5799485E7970}" srcOrd="6" destOrd="0" presId="urn:microsoft.com/office/officeart/2005/8/layout/list1"/>
    <dgm:cxn modelId="{B594CD29-BC81-49EB-B420-DFFEF9FDCAB1}" type="presParOf" srcId="{37D6240A-B438-44D9-841E-E38F26A3343B}" destId="{FEA2C1FD-F77F-46F8-B3D0-A3EC04B517A6}" srcOrd="7" destOrd="0" presId="urn:microsoft.com/office/officeart/2005/8/layout/list1"/>
    <dgm:cxn modelId="{40655073-FF34-48C6-9C30-3CC4DF012175}" type="presParOf" srcId="{37D6240A-B438-44D9-841E-E38F26A3343B}" destId="{8FFFF1C0-8E0F-4915-A1DC-7B5009F6853D}" srcOrd="8" destOrd="0" presId="urn:microsoft.com/office/officeart/2005/8/layout/list1"/>
    <dgm:cxn modelId="{8BCA2398-54CD-4B5A-A406-2D7B75FA10BB}" type="presParOf" srcId="{8FFFF1C0-8E0F-4915-A1DC-7B5009F6853D}" destId="{03F26FDE-541E-4431-8A66-E45A23006341}" srcOrd="0" destOrd="0" presId="urn:microsoft.com/office/officeart/2005/8/layout/list1"/>
    <dgm:cxn modelId="{727F5C7F-A376-4217-9A22-36236B697E3A}" type="presParOf" srcId="{8FFFF1C0-8E0F-4915-A1DC-7B5009F6853D}" destId="{BF5F0364-250B-43F7-91F0-B260B682EA23}" srcOrd="1" destOrd="0" presId="urn:microsoft.com/office/officeart/2005/8/layout/list1"/>
    <dgm:cxn modelId="{77115B6B-A617-4C3E-9380-75C71608C967}" type="presParOf" srcId="{37D6240A-B438-44D9-841E-E38F26A3343B}" destId="{61516C65-6EDC-4B1A-A3EA-1DB6E4C17D9D}" srcOrd="9" destOrd="0" presId="urn:microsoft.com/office/officeart/2005/8/layout/list1"/>
    <dgm:cxn modelId="{863CA083-A131-46BE-9F42-A6B57D9612E0}" type="presParOf" srcId="{37D6240A-B438-44D9-841E-E38F26A3343B}" destId="{D30CF438-F375-4523-8FFE-88B52ED9A884}" srcOrd="10" destOrd="0" presId="urn:microsoft.com/office/officeart/2005/8/layout/list1"/>
    <dgm:cxn modelId="{A10F5649-8B22-44D5-A0DC-0C2D27DCC666}" type="presParOf" srcId="{37D6240A-B438-44D9-841E-E38F26A3343B}" destId="{813B3CA8-611B-4DE5-8202-727C7E24907C}" srcOrd="11" destOrd="0" presId="urn:microsoft.com/office/officeart/2005/8/layout/list1"/>
    <dgm:cxn modelId="{C4F35BF1-8074-4509-BF2F-8B41C079242A}" type="presParOf" srcId="{37D6240A-B438-44D9-841E-E38F26A3343B}" destId="{BD77FFFC-1E6B-4380-8A3B-C2144B8DA5F2}" srcOrd="12" destOrd="0" presId="urn:microsoft.com/office/officeart/2005/8/layout/list1"/>
    <dgm:cxn modelId="{8B66C57F-D3BF-40BA-A27A-188048812D38}" type="presParOf" srcId="{BD77FFFC-1E6B-4380-8A3B-C2144B8DA5F2}" destId="{1E1BD4BB-BC17-475E-968A-5E1E6D0B713E}" srcOrd="0" destOrd="0" presId="urn:microsoft.com/office/officeart/2005/8/layout/list1"/>
    <dgm:cxn modelId="{66E44300-3C99-4107-B1F5-CFDDC8DB0445}" type="presParOf" srcId="{BD77FFFC-1E6B-4380-8A3B-C2144B8DA5F2}" destId="{3DD687B6-1BC1-4F49-B3CF-AE3A872FE004}" srcOrd="1" destOrd="0" presId="urn:microsoft.com/office/officeart/2005/8/layout/list1"/>
    <dgm:cxn modelId="{00F4C9C8-0728-4157-94A4-EC4A4E267A15}" type="presParOf" srcId="{37D6240A-B438-44D9-841E-E38F26A3343B}" destId="{453EB188-E31B-4E05-9226-D275A457543D}" srcOrd="13" destOrd="0" presId="urn:microsoft.com/office/officeart/2005/8/layout/list1"/>
    <dgm:cxn modelId="{98324F32-F941-49A8-B61E-FA30795C4291}" type="presParOf" srcId="{37D6240A-B438-44D9-841E-E38F26A3343B}" destId="{05E7C50B-44CA-40F0-BF76-12EC9D1AB951}" srcOrd="14" destOrd="0" presId="urn:microsoft.com/office/officeart/2005/8/layout/list1"/>
    <dgm:cxn modelId="{4C9DE65F-8A46-43BD-970E-DC88E7A2F731}" type="presParOf" srcId="{37D6240A-B438-44D9-841E-E38F26A3343B}" destId="{6B09A52A-0852-4677-B7E9-201900CF5266}" srcOrd="15" destOrd="0" presId="urn:microsoft.com/office/officeart/2005/8/layout/list1"/>
    <dgm:cxn modelId="{31422E73-C2EB-4F2C-A013-4E2F26D3B71F}" type="presParOf" srcId="{37D6240A-B438-44D9-841E-E38F26A3343B}" destId="{565D2CFF-E6B8-4449-9F4F-C90A965BBD92}" srcOrd="16" destOrd="0" presId="urn:microsoft.com/office/officeart/2005/8/layout/list1"/>
    <dgm:cxn modelId="{E86A8D13-F5B4-49C5-BC10-4E440CFEA66C}" type="presParOf" srcId="{565D2CFF-E6B8-4449-9F4F-C90A965BBD92}" destId="{F2596990-6E40-45AF-B9D9-FE7D7F37FE04}" srcOrd="0" destOrd="0" presId="urn:microsoft.com/office/officeart/2005/8/layout/list1"/>
    <dgm:cxn modelId="{303A383E-2913-4075-8A1E-051ABA7813F2}" type="presParOf" srcId="{565D2CFF-E6B8-4449-9F4F-C90A965BBD92}" destId="{E9C636E4-6423-4C5E-AB25-DDF8AA9CA71C}" srcOrd="1" destOrd="0" presId="urn:microsoft.com/office/officeart/2005/8/layout/list1"/>
    <dgm:cxn modelId="{02C4179A-E9BA-4A61-9A42-65570CE80FA1}" type="presParOf" srcId="{37D6240A-B438-44D9-841E-E38F26A3343B}" destId="{AC2951DF-0C7E-4542-9181-ACA6FC425107}" srcOrd="17" destOrd="0" presId="urn:microsoft.com/office/officeart/2005/8/layout/list1"/>
    <dgm:cxn modelId="{649CA4A3-358B-44F0-84D2-48DCE21F0788}" type="presParOf" srcId="{37D6240A-B438-44D9-841E-E38F26A3343B}" destId="{A473AF0B-97EB-4F12-AFCA-F88E0F47E941}" srcOrd="18" destOrd="0" presId="urn:microsoft.com/office/officeart/2005/8/layout/list1"/>
    <dgm:cxn modelId="{624A947F-2391-43CA-AB19-0ED7AA5CE2E4}" type="presParOf" srcId="{37D6240A-B438-44D9-841E-E38F26A3343B}" destId="{9947B108-FE91-47C0-90A2-1D18794D2BC3}" srcOrd="19" destOrd="0" presId="urn:microsoft.com/office/officeart/2005/8/layout/list1"/>
    <dgm:cxn modelId="{70AE4630-8309-480E-B46F-120309740AE7}" type="presParOf" srcId="{37D6240A-B438-44D9-841E-E38F26A3343B}" destId="{137A9990-A500-4739-A62A-D8BC384377FE}" srcOrd="20" destOrd="0" presId="urn:microsoft.com/office/officeart/2005/8/layout/list1"/>
    <dgm:cxn modelId="{C6CCA419-F778-434D-B29C-184BBE7F13A3}" type="presParOf" srcId="{137A9990-A500-4739-A62A-D8BC384377FE}" destId="{AD217B18-8197-45D4-BF0F-A23C8CEE086F}" srcOrd="0" destOrd="0" presId="urn:microsoft.com/office/officeart/2005/8/layout/list1"/>
    <dgm:cxn modelId="{1C776F55-46D7-4C26-B8AF-25A6ED37E1D2}" type="presParOf" srcId="{137A9990-A500-4739-A62A-D8BC384377FE}" destId="{86109CE6-9214-419E-823D-BC5F860140A1}" srcOrd="1" destOrd="0" presId="urn:microsoft.com/office/officeart/2005/8/layout/list1"/>
    <dgm:cxn modelId="{0644D4E2-D804-4F3D-9033-63121ABAE6F3}" type="presParOf" srcId="{37D6240A-B438-44D9-841E-E38F26A3343B}" destId="{011649DE-0CB5-473A-924E-063C2D1F929E}" srcOrd="21" destOrd="0" presId="urn:microsoft.com/office/officeart/2005/8/layout/list1"/>
    <dgm:cxn modelId="{1B03AE09-3DEC-4429-AE5F-ADD755FD76B9}" type="presParOf" srcId="{37D6240A-B438-44D9-841E-E38F26A3343B}" destId="{787221A3-5381-41DA-BAE9-48155CE2CF1E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B6288-42C4-4170-A88A-ECDC0008A863}">
      <dsp:nvSpPr>
        <dsp:cNvPr id="0" name=""/>
        <dsp:cNvSpPr/>
      </dsp:nvSpPr>
      <dsp:spPr>
        <a:xfrm>
          <a:off x="2951266" y="0"/>
          <a:ext cx="2655059" cy="2655059"/>
        </a:xfrm>
        <a:prstGeom prst="triangl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 err="1"/>
            <a:t>pybest-ct</a:t>
          </a:r>
          <a:r>
            <a:rPr lang="pl-PL" sz="2000" kern="1200" dirty="0"/>
            <a:t> CLI </a:t>
          </a:r>
          <a:r>
            <a:rPr lang="pl-PL" sz="2000" kern="1200" dirty="0" err="1"/>
            <a:t>script</a:t>
          </a:r>
          <a:endParaRPr lang="pl-PL" sz="2000" kern="1200" dirty="0"/>
        </a:p>
      </dsp:txBody>
      <dsp:txXfrm>
        <a:off x="3615031" y="1327530"/>
        <a:ext cx="1327529" cy="1327529"/>
      </dsp:txXfrm>
    </dsp:sp>
    <dsp:sp modelId="{58E8C08B-D589-4BC2-8E1A-A3EC79A065C3}">
      <dsp:nvSpPr>
        <dsp:cNvPr id="0" name=""/>
        <dsp:cNvSpPr/>
      </dsp:nvSpPr>
      <dsp:spPr>
        <a:xfrm>
          <a:off x="1623736" y="2655059"/>
          <a:ext cx="2655059" cy="2655059"/>
        </a:xfrm>
        <a:prstGeom prst="triangle">
          <a:avLst/>
        </a:prstGeom>
        <a:solidFill>
          <a:srgbClr val="BF9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 err="1"/>
            <a:t>Core</a:t>
          </a:r>
          <a:r>
            <a:rPr lang="pl-PL" sz="2000" kern="1200" dirty="0"/>
            <a:t> </a:t>
          </a:r>
          <a:r>
            <a:rPr lang="pl-PL" sz="2000" kern="1200" dirty="0" err="1"/>
            <a:t>Utility</a:t>
          </a:r>
          <a:endParaRPr lang="pl-PL" sz="2000" kern="1200" dirty="0"/>
        </a:p>
      </dsp:txBody>
      <dsp:txXfrm>
        <a:off x="2287501" y="3982589"/>
        <a:ext cx="1327529" cy="1327529"/>
      </dsp:txXfrm>
    </dsp:sp>
    <dsp:sp modelId="{04A00354-5447-46BE-A3BB-AB55956992AD}">
      <dsp:nvSpPr>
        <dsp:cNvPr id="0" name=""/>
        <dsp:cNvSpPr/>
      </dsp:nvSpPr>
      <dsp:spPr>
        <a:xfrm rot="10800000">
          <a:off x="2951266" y="2655059"/>
          <a:ext cx="2655059" cy="2655059"/>
        </a:xfrm>
        <a:prstGeom prst="triangl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 err="1"/>
            <a:t>Domain</a:t>
          </a:r>
          <a:r>
            <a:rPr lang="pl-PL" sz="2000" kern="1200" dirty="0"/>
            <a:t> </a:t>
          </a:r>
          <a:r>
            <a:rPr lang="pl-PL" sz="2000" kern="1200" dirty="0" err="1"/>
            <a:t>definition</a:t>
          </a:r>
          <a:r>
            <a:rPr lang="pl-PL" sz="2000" kern="1200" dirty="0"/>
            <a:t> GUI</a:t>
          </a:r>
        </a:p>
      </dsp:txBody>
      <dsp:txXfrm rot="10800000">
        <a:off x="3615031" y="2655059"/>
        <a:ext cx="1327529" cy="1327529"/>
      </dsp:txXfrm>
    </dsp:sp>
    <dsp:sp modelId="{023F1784-093C-4C6A-B986-501A90C02C80}">
      <dsp:nvSpPr>
        <dsp:cNvPr id="0" name=""/>
        <dsp:cNvSpPr/>
      </dsp:nvSpPr>
      <dsp:spPr>
        <a:xfrm>
          <a:off x="4278796" y="2655059"/>
          <a:ext cx="2655059" cy="2655059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 err="1"/>
            <a:t>CTProperty</a:t>
          </a:r>
          <a:endParaRPr lang="pl-PL" sz="2000" kern="1200" dirty="0"/>
        </a:p>
      </dsp:txBody>
      <dsp:txXfrm>
        <a:off x="4942561" y="3982589"/>
        <a:ext cx="1327529" cy="13275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817702-DC34-46A5-B1B6-7B7E490AB2EE}">
      <dsp:nvSpPr>
        <dsp:cNvPr id="0" name=""/>
        <dsp:cNvSpPr/>
      </dsp:nvSpPr>
      <dsp:spPr>
        <a:xfrm>
          <a:off x="5451178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807066"/>
              <a:satOff val="66667"/>
              <a:lumOff val="-9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l-PL" sz="5100" kern="1200" dirty="0"/>
        </a:p>
      </dsp:txBody>
      <dsp:txXfrm>
        <a:off x="6292314" y="4156276"/>
        <a:ext cx="1797595" cy="1224300"/>
      </dsp:txXfrm>
    </dsp:sp>
    <dsp:sp modelId="{B36A4FEF-2BCD-4448-8A3B-E08248F8065A}">
      <dsp:nvSpPr>
        <dsp:cNvPr id="0" name=""/>
        <dsp:cNvSpPr/>
      </dsp:nvSpPr>
      <dsp:spPr>
        <a:xfrm>
          <a:off x="541866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800" kern="1200" dirty="0" err="1"/>
            <a:t>Aggregated</a:t>
          </a:r>
          <a:r>
            <a:rPr lang="pl-PL" sz="1800" kern="1200" dirty="0"/>
            <a:t> </a:t>
          </a:r>
          <a:r>
            <a:rPr lang="pl-PL" sz="1800" kern="1200" dirty="0" err="1"/>
            <a:t>inter-domain</a:t>
          </a:r>
          <a:r>
            <a:rPr lang="pl-PL" sz="1800" kern="1200" dirty="0"/>
            <a:t> </a:t>
          </a:r>
          <a:r>
            <a:rPr lang="pl-PL" sz="1800" kern="1200" dirty="0" err="1"/>
            <a:t>charge</a:t>
          </a:r>
          <a:r>
            <a:rPr lang="pl-PL" sz="1800" kern="1200" dirty="0"/>
            <a:t> </a:t>
          </a:r>
          <a:r>
            <a:rPr lang="pl-PL" sz="1800" kern="1200" dirty="0" err="1"/>
            <a:t>flow</a:t>
          </a:r>
          <a:endParaRPr lang="pl-PL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l-PL" sz="1800" kern="1200" dirty="0"/>
        </a:p>
      </dsp:txBody>
      <dsp:txXfrm>
        <a:off x="579956" y="4156276"/>
        <a:ext cx="1797595" cy="1224300"/>
      </dsp:txXfrm>
    </dsp:sp>
    <dsp:sp modelId="{ACAA3EAF-57F8-428E-8BF8-DE5676501117}">
      <dsp:nvSpPr>
        <dsp:cNvPr id="0" name=""/>
        <dsp:cNvSpPr/>
      </dsp:nvSpPr>
      <dsp:spPr>
        <a:xfrm>
          <a:off x="5446014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903533"/>
              <a:satOff val="33333"/>
              <a:lumOff val="-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l-PL" sz="1800" kern="1200" dirty="0"/>
        </a:p>
      </dsp:txBody>
      <dsp:txXfrm>
        <a:off x="6287151" y="38090"/>
        <a:ext cx="1797595" cy="1224300"/>
      </dsp:txXfrm>
    </dsp:sp>
    <dsp:sp modelId="{C694E789-0879-4476-A9BC-6B7C58279647}">
      <dsp:nvSpPr>
        <dsp:cNvPr id="0" name=""/>
        <dsp:cNvSpPr/>
      </dsp:nvSpPr>
      <dsp:spPr>
        <a:xfrm>
          <a:off x="541866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800" kern="1200" dirty="0"/>
            <a:t>Input d</a:t>
          </a:r>
          <a:r>
            <a:rPr lang="en-US" sz="1800" kern="1200" dirty="0" err="1"/>
            <a:t>efined</a:t>
          </a:r>
          <a:r>
            <a:rPr lang="en-US" sz="1800" kern="1200" dirty="0"/>
            <a:t> by user via GUI or .</a:t>
          </a:r>
          <a:r>
            <a:rPr lang="en-US" sz="1800" kern="1200" dirty="0" err="1"/>
            <a:t>xyz</a:t>
          </a:r>
          <a:r>
            <a:rPr lang="en-US" sz="1800" kern="1200" dirty="0"/>
            <a:t> file</a:t>
          </a:r>
          <a:endParaRPr lang="pl-PL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800" kern="1200" dirty="0" err="1"/>
            <a:t>Each</a:t>
          </a:r>
          <a:r>
            <a:rPr lang="pl-PL" sz="1800" kern="1200" dirty="0"/>
            <a:t> atom </a:t>
          </a:r>
          <a:r>
            <a:rPr lang="pl-PL" sz="1800" kern="1200" dirty="0" err="1"/>
            <a:t>is</a:t>
          </a:r>
          <a:r>
            <a:rPr lang="pl-PL" sz="1800" kern="1200" dirty="0"/>
            <a:t> </a:t>
          </a:r>
          <a:r>
            <a:rPr lang="pl-PL" sz="1800" kern="1200" dirty="0" err="1"/>
            <a:t>assigned</a:t>
          </a:r>
          <a:r>
            <a:rPr lang="pl-PL" sz="1800" kern="1200" dirty="0"/>
            <a:t> to a </a:t>
          </a:r>
          <a:r>
            <a:rPr lang="pl-PL" sz="1800" kern="1200" dirty="0" err="1"/>
            <a:t>domain</a:t>
          </a:r>
          <a:endParaRPr lang="pl-PL" sz="1800" kern="1200" dirty="0"/>
        </a:p>
      </dsp:txBody>
      <dsp:txXfrm>
        <a:off x="579956" y="38090"/>
        <a:ext cx="1797595" cy="1224300"/>
      </dsp:txXfrm>
    </dsp:sp>
    <dsp:sp modelId="{9B4347A1-FE41-4E1E-9FFF-8F45FBD60E60}">
      <dsp:nvSpPr>
        <dsp:cNvPr id="0" name=""/>
        <dsp:cNvSpPr/>
      </dsp:nvSpPr>
      <dsp:spPr>
        <a:xfrm>
          <a:off x="1663530" y="308864"/>
          <a:ext cx="2346282" cy="2346282"/>
        </a:xfrm>
        <a:prstGeom prst="pieWedg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/>
            <a:t>User-</a:t>
          </a:r>
          <a:r>
            <a:rPr lang="pl-PL" sz="1900" kern="1200" dirty="0" err="1"/>
            <a:t>defined</a:t>
          </a:r>
          <a:r>
            <a:rPr lang="pl-PL" sz="1900" kern="1200" dirty="0"/>
            <a:t> </a:t>
          </a:r>
          <a:r>
            <a:rPr lang="pl-PL" sz="1900" kern="1200" dirty="0" err="1"/>
            <a:t>domains</a:t>
          </a:r>
          <a:r>
            <a:rPr lang="pl-PL" sz="1900" kern="1200" dirty="0"/>
            <a:t> (</a:t>
          </a:r>
          <a:r>
            <a:rPr lang="pl-PL" sz="1900" kern="1200" dirty="0" err="1"/>
            <a:t>DomainSpec</a:t>
          </a:r>
          <a:r>
            <a:rPr lang="pl-PL" sz="1900" kern="1200" dirty="0"/>
            <a:t>)</a:t>
          </a:r>
        </a:p>
      </dsp:txBody>
      <dsp:txXfrm>
        <a:off x="2350740" y="996074"/>
        <a:ext cx="1659072" cy="1659072"/>
      </dsp:txXfrm>
    </dsp:sp>
    <dsp:sp modelId="{F7D2C1D7-E6AA-4B62-87EE-F3663F6B6B1D}">
      <dsp:nvSpPr>
        <dsp:cNvPr id="0" name=""/>
        <dsp:cNvSpPr/>
      </dsp:nvSpPr>
      <dsp:spPr>
        <a:xfrm rot="5400000">
          <a:off x="4118186" y="308864"/>
          <a:ext cx="2346282" cy="2346282"/>
        </a:xfrm>
        <a:prstGeom prst="pieWedg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/>
            <a:t>AO </a:t>
          </a:r>
          <a14:m xmlns:a14="http://schemas.microsoft.com/office/drawing/2010/main">
            <m:oMath xmlns:m="http://schemas.openxmlformats.org/officeDocument/2006/math">
              <m:r>
                <a:rPr lang="pl-PL" sz="1900" b="0" i="1" kern="120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→</m:t>
              </m:r>
            </m:oMath>
          </a14:m>
          <a:r>
            <a:rPr lang="pl-PL" sz="1900" kern="1200" dirty="0"/>
            <a:t> MO </a:t>
          </a:r>
          <a:r>
            <a:rPr lang="pl-PL" sz="1900" kern="1200" dirty="0" err="1"/>
            <a:t>projection</a:t>
          </a:r>
          <a:endParaRPr lang="pl-PL" sz="1900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200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900" kern="1200" dirty="0"/>
        </a:p>
      </dsp:txBody>
      <dsp:txXfrm rot="-5400000">
        <a:off x="4118186" y="996074"/>
        <a:ext cx="1659072" cy="1659072"/>
      </dsp:txXfrm>
    </dsp:sp>
    <dsp:sp modelId="{50735DFA-9AB7-47AC-AFEF-CF4B989B084E}">
      <dsp:nvSpPr>
        <dsp:cNvPr id="0" name=""/>
        <dsp:cNvSpPr/>
      </dsp:nvSpPr>
      <dsp:spPr>
        <a:xfrm rot="10800000">
          <a:off x="4118186" y="2763520"/>
          <a:ext cx="2346282" cy="2346282"/>
        </a:xfrm>
        <a:prstGeom prst="pieWedge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28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 dirty="0"/>
            <a:t>Domain-</a:t>
          </a:r>
          <a:r>
            <a:rPr lang="pl-PL" sz="1800" kern="1200" dirty="0" err="1"/>
            <a:t>weight</a:t>
          </a:r>
          <a:r>
            <a:rPr lang="pl-PL" sz="1800" kern="1200" dirty="0"/>
            <a:t> </a:t>
          </a:r>
          <a:r>
            <a:rPr lang="pl-PL" sz="1800" kern="1200" dirty="0" err="1"/>
            <a:t>computation</a:t>
          </a:r>
          <a:endParaRPr lang="pl-PL" sz="1800" kern="1200" dirty="0"/>
        </a:p>
      </dsp:txBody>
      <dsp:txXfrm rot="10800000">
        <a:off x="4118186" y="2763520"/>
        <a:ext cx="1659072" cy="1659072"/>
      </dsp:txXfrm>
    </dsp:sp>
    <dsp:sp modelId="{D2C4D253-FB6E-4131-8310-2F90A3F57A3E}">
      <dsp:nvSpPr>
        <dsp:cNvPr id="0" name=""/>
        <dsp:cNvSpPr/>
      </dsp:nvSpPr>
      <dsp:spPr>
        <a:xfrm rot="16200000">
          <a:off x="1663530" y="2763520"/>
          <a:ext cx="2346282" cy="2346282"/>
        </a:xfrm>
        <a:prstGeom prst="pieWedg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20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CT Matrix</a:t>
          </a:r>
        </a:p>
      </dsp:txBody>
      <dsp:txXfrm rot="5400000">
        <a:off x="2350740" y="2763520"/>
        <a:ext cx="1659072" cy="1659072"/>
      </dsp:txXfrm>
    </dsp:sp>
    <dsp:sp modelId="{034B77D9-717A-4C6E-995B-0985F7273FF3}">
      <dsp:nvSpPr>
        <dsp:cNvPr id="0" name=""/>
        <dsp:cNvSpPr/>
      </dsp:nvSpPr>
      <dsp:spPr>
        <a:xfrm>
          <a:off x="3658954" y="2221653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BEB4D-CBC0-4C0A-A979-F0F23BC822E3}">
      <dsp:nvSpPr>
        <dsp:cNvPr id="0" name=""/>
        <dsp:cNvSpPr/>
      </dsp:nvSpPr>
      <dsp:spPr>
        <a:xfrm rot="10800000">
          <a:off x="3658954" y="2492586"/>
          <a:ext cx="810090" cy="704426"/>
        </a:xfrm>
        <a:prstGeom prst="circular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F0545-168C-4AEE-BB8B-71987C5E6B7B}">
      <dsp:nvSpPr>
        <dsp:cNvPr id="0" name=""/>
        <dsp:cNvSpPr/>
      </dsp:nvSpPr>
      <dsp:spPr>
        <a:xfrm rot="2563103">
          <a:off x="1594951" y="3523780"/>
          <a:ext cx="618602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618602" y="3260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748EA4-233F-4A43-B8D8-81936D8004B5}">
      <dsp:nvSpPr>
        <dsp:cNvPr id="0" name=""/>
        <dsp:cNvSpPr/>
      </dsp:nvSpPr>
      <dsp:spPr>
        <a:xfrm>
          <a:off x="1677010" y="2676726"/>
          <a:ext cx="688267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688267" y="3260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3C084D-AD3B-492D-A7E4-54917A7153A8}">
      <dsp:nvSpPr>
        <dsp:cNvPr id="0" name=""/>
        <dsp:cNvSpPr/>
      </dsp:nvSpPr>
      <dsp:spPr>
        <a:xfrm rot="19036897">
          <a:off x="1594951" y="1829671"/>
          <a:ext cx="618602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618602" y="3260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2646F8-45DD-451D-9EA4-F4369B3F419F}">
      <dsp:nvSpPr>
        <dsp:cNvPr id="0" name=""/>
        <dsp:cNvSpPr/>
      </dsp:nvSpPr>
      <dsp:spPr>
        <a:xfrm>
          <a:off x="1027" y="1723461"/>
          <a:ext cx="1971744" cy="197174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FE882-FE91-4328-ABC6-B697458016FC}">
      <dsp:nvSpPr>
        <dsp:cNvPr id="0" name=""/>
        <dsp:cNvSpPr/>
      </dsp:nvSpPr>
      <dsp:spPr>
        <a:xfrm>
          <a:off x="1974562" y="659640"/>
          <a:ext cx="1183046" cy="1183046"/>
        </a:xfrm>
        <a:prstGeom prst="ellips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/>
            <a:t>CT Matrix </a:t>
          </a:r>
          <a:r>
            <a:rPr lang="pl-PL" sz="1200" kern="1200" dirty="0" err="1"/>
            <a:t>Computation</a:t>
          </a:r>
          <a:endParaRPr lang="pl-PL" sz="1200" kern="1200" dirty="0"/>
        </a:p>
      </dsp:txBody>
      <dsp:txXfrm>
        <a:off x="2147815" y="832893"/>
        <a:ext cx="836540" cy="836540"/>
      </dsp:txXfrm>
    </dsp:sp>
    <dsp:sp modelId="{86CCF989-D325-4360-BB5A-D4A86AA598FC}">
      <dsp:nvSpPr>
        <dsp:cNvPr id="0" name=""/>
        <dsp:cNvSpPr/>
      </dsp:nvSpPr>
      <dsp:spPr>
        <a:xfrm>
          <a:off x="3275914" y="659640"/>
          <a:ext cx="1774569" cy="118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300" kern="1200" dirty="0" err="1"/>
            <a:t>Core</a:t>
          </a:r>
          <a:r>
            <a:rPr lang="pl-PL" sz="2300" kern="1200" dirty="0"/>
            <a:t> </a:t>
          </a:r>
          <a:r>
            <a:rPr lang="pl-PL" sz="2300" kern="1200" dirty="0" err="1"/>
            <a:t>numerical</a:t>
          </a:r>
          <a:r>
            <a:rPr lang="pl-PL" sz="2300" kern="1200" dirty="0"/>
            <a:t> </a:t>
          </a:r>
          <a:r>
            <a:rPr lang="pl-PL" sz="2300" kern="1200" dirty="0" err="1"/>
            <a:t>layers</a:t>
          </a:r>
          <a:endParaRPr lang="pl-PL" sz="2300" kern="1200" dirty="0"/>
        </a:p>
      </dsp:txBody>
      <dsp:txXfrm>
        <a:off x="3275914" y="659640"/>
        <a:ext cx="1774569" cy="1183046"/>
      </dsp:txXfrm>
    </dsp:sp>
    <dsp:sp modelId="{55BE5C14-9463-4573-BC90-75C12D5745D9}">
      <dsp:nvSpPr>
        <dsp:cNvPr id="0" name=""/>
        <dsp:cNvSpPr/>
      </dsp:nvSpPr>
      <dsp:spPr>
        <a:xfrm>
          <a:off x="2365278" y="2117810"/>
          <a:ext cx="1183046" cy="1183046"/>
        </a:xfrm>
        <a:prstGeom prst="ellipse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 err="1"/>
            <a:t>DomainSpec</a:t>
          </a:r>
          <a:endParaRPr lang="pl-PL" sz="1200" kern="1200" dirty="0"/>
        </a:p>
      </dsp:txBody>
      <dsp:txXfrm>
        <a:off x="2538531" y="2291063"/>
        <a:ext cx="836540" cy="836540"/>
      </dsp:txXfrm>
    </dsp:sp>
    <dsp:sp modelId="{3466B807-C19F-4C2A-A0EF-48DBC1FF27C4}">
      <dsp:nvSpPr>
        <dsp:cNvPr id="0" name=""/>
        <dsp:cNvSpPr/>
      </dsp:nvSpPr>
      <dsp:spPr>
        <a:xfrm>
          <a:off x="3666629" y="2117810"/>
          <a:ext cx="1774569" cy="118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300" kern="1200" dirty="0" err="1"/>
            <a:t>Structural</a:t>
          </a:r>
          <a:r>
            <a:rPr lang="pl-PL" sz="2300" kern="1200" dirty="0"/>
            <a:t> + atom </a:t>
          </a:r>
          <a:r>
            <a:rPr lang="pl-PL" sz="2300" kern="1200" dirty="0" err="1"/>
            <a:t>grouping</a:t>
          </a:r>
          <a:endParaRPr lang="pl-PL" sz="2300" kern="1200" dirty="0"/>
        </a:p>
      </dsp:txBody>
      <dsp:txXfrm>
        <a:off x="3666629" y="2117810"/>
        <a:ext cx="1774569" cy="1183046"/>
      </dsp:txXfrm>
    </dsp:sp>
    <dsp:sp modelId="{7EF9B09D-84BE-4984-8DF9-89BDDFE58F39}">
      <dsp:nvSpPr>
        <dsp:cNvPr id="0" name=""/>
        <dsp:cNvSpPr/>
      </dsp:nvSpPr>
      <dsp:spPr>
        <a:xfrm>
          <a:off x="1974562" y="3575979"/>
          <a:ext cx="1183046" cy="1183046"/>
        </a:xfrm>
        <a:prstGeom prst="ellips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 dirty="0" err="1"/>
            <a:t>Interfaces</a:t>
          </a:r>
          <a:endParaRPr lang="pl-PL" sz="1200" kern="1200" dirty="0"/>
        </a:p>
      </dsp:txBody>
      <dsp:txXfrm>
        <a:off x="2147815" y="3749232"/>
        <a:ext cx="836540" cy="836540"/>
      </dsp:txXfrm>
    </dsp:sp>
    <dsp:sp modelId="{C14C1231-DDE8-4411-820F-225D9B389A57}">
      <dsp:nvSpPr>
        <dsp:cNvPr id="0" name=""/>
        <dsp:cNvSpPr/>
      </dsp:nvSpPr>
      <dsp:spPr>
        <a:xfrm>
          <a:off x="3275914" y="3575979"/>
          <a:ext cx="1774569" cy="118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300" kern="1200" dirty="0" err="1"/>
            <a:t>Property</a:t>
          </a:r>
          <a:r>
            <a:rPr lang="pl-PL" sz="2300" kern="1200" dirty="0"/>
            <a:t>/CLI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300" kern="1200" dirty="0"/>
            <a:t>Access </a:t>
          </a:r>
          <a:r>
            <a:rPr lang="pl-PL" sz="2300" kern="1200" dirty="0" err="1"/>
            <a:t>layers</a:t>
          </a:r>
          <a:endParaRPr lang="pl-PL" sz="2300" kern="1200" dirty="0"/>
        </a:p>
      </dsp:txBody>
      <dsp:txXfrm>
        <a:off x="3275914" y="3575979"/>
        <a:ext cx="1774569" cy="11830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98CAC-0EBA-45F2-99CF-3291E38FAAB8}">
      <dsp:nvSpPr>
        <dsp:cNvPr id="0" name=""/>
        <dsp:cNvSpPr/>
      </dsp:nvSpPr>
      <dsp:spPr>
        <a:xfrm flipV="1">
          <a:off x="0" y="1433528"/>
          <a:ext cx="1569000" cy="19805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015" tIns="120015" rIns="120015" bIns="120015" numCol="1" spcCol="1270" anchor="t" anchorCtr="0">
          <a:noAutofit/>
        </a:bodyPr>
        <a:lstStyle/>
        <a:p>
          <a:pPr marL="285750" lvl="1" indent="-285750" algn="l" defTabSz="2800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l-PL" sz="6300" kern="1200" dirty="0"/>
        </a:p>
      </dsp:txBody>
      <dsp:txXfrm rot="10800000">
        <a:off x="45579" y="1479107"/>
        <a:ext cx="1477842" cy="1465024"/>
      </dsp:txXfrm>
    </dsp:sp>
    <dsp:sp modelId="{F9F0F577-622C-4730-BC8A-673C6C099947}">
      <dsp:nvSpPr>
        <dsp:cNvPr id="0" name=""/>
        <dsp:cNvSpPr/>
      </dsp:nvSpPr>
      <dsp:spPr>
        <a:xfrm>
          <a:off x="943988" y="2472618"/>
          <a:ext cx="1808889" cy="1808889"/>
        </a:xfrm>
        <a:prstGeom prst="leftCircularArrow">
          <a:avLst>
            <a:gd name="adj1" fmla="val 3274"/>
            <a:gd name="adj2" fmla="val 404057"/>
            <a:gd name="adj3" fmla="val 2888690"/>
            <a:gd name="adj4" fmla="val 9733611"/>
            <a:gd name="adj5" fmla="val 382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AB69A-08AC-422D-AECA-7A4C01F0414C}">
      <dsp:nvSpPr>
        <dsp:cNvPr id="0" name=""/>
        <dsp:cNvSpPr/>
      </dsp:nvSpPr>
      <dsp:spPr>
        <a:xfrm>
          <a:off x="359405" y="3085696"/>
          <a:ext cx="1377693" cy="54786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MOLECULE/ CALCULATION</a:t>
          </a:r>
        </a:p>
      </dsp:txBody>
      <dsp:txXfrm>
        <a:off x="375451" y="3101742"/>
        <a:ext cx="1345601" cy="515771"/>
      </dsp:txXfrm>
    </dsp:sp>
    <dsp:sp modelId="{95345DEB-E273-4E75-9FA5-C349AB83AAAF}">
      <dsp:nvSpPr>
        <dsp:cNvPr id="0" name=""/>
        <dsp:cNvSpPr/>
      </dsp:nvSpPr>
      <dsp:spPr>
        <a:xfrm>
          <a:off x="2039498" y="2032185"/>
          <a:ext cx="1549905" cy="19653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69857"/>
              <a:satOff val="-1251"/>
              <a:lumOff val="53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E7450-74F0-447A-BB3D-58BDFF480F9A}">
      <dsp:nvSpPr>
        <dsp:cNvPr id="0" name=""/>
        <dsp:cNvSpPr/>
      </dsp:nvSpPr>
      <dsp:spPr>
        <a:xfrm>
          <a:off x="2941643" y="1109564"/>
          <a:ext cx="1974684" cy="1974684"/>
        </a:xfrm>
        <a:prstGeom prst="circularArrow">
          <a:avLst>
            <a:gd name="adj1" fmla="val 2999"/>
            <a:gd name="adj2" fmla="val 367738"/>
            <a:gd name="adj3" fmla="val 18778007"/>
            <a:gd name="adj4" fmla="val 11896767"/>
            <a:gd name="adj5" fmla="val 3499"/>
          </a:avLst>
        </a:prstGeom>
        <a:solidFill>
          <a:schemeClr val="accent1">
            <a:shade val="90000"/>
            <a:hueOff val="87306"/>
            <a:satOff val="-1495"/>
            <a:lumOff val="59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8C424C-9C04-49CB-B359-DE46BA7C4C8F}">
      <dsp:nvSpPr>
        <dsp:cNvPr id="0" name=""/>
        <dsp:cNvSpPr/>
      </dsp:nvSpPr>
      <dsp:spPr>
        <a:xfrm>
          <a:off x="2363540" y="1807348"/>
          <a:ext cx="1377693" cy="54786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69857"/>
            <a:satOff val="-1251"/>
            <a:lumOff val="53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PROPERTY INITIALIZATION</a:t>
          </a:r>
        </a:p>
      </dsp:txBody>
      <dsp:txXfrm>
        <a:off x="2379586" y="1823394"/>
        <a:ext cx="1345601" cy="515771"/>
      </dsp:txXfrm>
    </dsp:sp>
    <dsp:sp modelId="{76D38A79-ADE8-4C53-A150-28F2A11B057D}">
      <dsp:nvSpPr>
        <dsp:cNvPr id="0" name=""/>
        <dsp:cNvSpPr/>
      </dsp:nvSpPr>
      <dsp:spPr>
        <a:xfrm>
          <a:off x="4015379" y="1378738"/>
          <a:ext cx="1549905" cy="20647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39713"/>
              <a:satOff val="-2502"/>
              <a:lumOff val="106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359237-230F-4CFD-A960-F8CF9872BCDD}">
      <dsp:nvSpPr>
        <dsp:cNvPr id="0" name=""/>
        <dsp:cNvSpPr/>
      </dsp:nvSpPr>
      <dsp:spPr>
        <a:xfrm>
          <a:off x="4816217" y="2472889"/>
          <a:ext cx="1825884" cy="1825884"/>
        </a:xfrm>
        <a:prstGeom prst="leftCircularArrow">
          <a:avLst>
            <a:gd name="adj1" fmla="val 3244"/>
            <a:gd name="adj2" fmla="val 400007"/>
            <a:gd name="adj3" fmla="val 1843377"/>
            <a:gd name="adj4" fmla="val 8692348"/>
            <a:gd name="adj5" fmla="val 3784"/>
          </a:avLst>
        </a:prstGeom>
        <a:solidFill>
          <a:schemeClr val="accent1">
            <a:shade val="90000"/>
            <a:hueOff val="174613"/>
            <a:satOff val="-2991"/>
            <a:lumOff val="1198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CAAA7-4A89-40EA-A52C-37E0FED22DDC}">
      <dsp:nvSpPr>
        <dsp:cNvPr id="0" name=""/>
        <dsp:cNvSpPr/>
      </dsp:nvSpPr>
      <dsp:spPr>
        <a:xfrm>
          <a:off x="4346115" y="3326356"/>
          <a:ext cx="1377693" cy="54786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39713"/>
            <a:satOff val="-2502"/>
            <a:lumOff val="1063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UNMASK &amp; READ INPUT</a:t>
          </a:r>
        </a:p>
      </dsp:txBody>
      <dsp:txXfrm>
        <a:off x="4362161" y="3342402"/>
        <a:ext cx="1345601" cy="515771"/>
      </dsp:txXfrm>
    </dsp:sp>
    <dsp:sp modelId="{D4F19BCA-0BDD-4ECF-A4C1-3A0CA4AEE703}">
      <dsp:nvSpPr>
        <dsp:cNvPr id="0" name=""/>
        <dsp:cNvSpPr/>
      </dsp:nvSpPr>
      <dsp:spPr>
        <a:xfrm>
          <a:off x="6065082" y="2089331"/>
          <a:ext cx="1549905" cy="14562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09570"/>
              <a:satOff val="-3754"/>
              <a:lumOff val="159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632B60-94D8-4106-9FFE-35008CBF216D}">
      <dsp:nvSpPr>
        <dsp:cNvPr id="0" name=""/>
        <dsp:cNvSpPr/>
      </dsp:nvSpPr>
      <dsp:spPr>
        <a:xfrm>
          <a:off x="6920764" y="1194565"/>
          <a:ext cx="1951976" cy="1951976"/>
        </a:xfrm>
        <a:prstGeom prst="circularArrow">
          <a:avLst>
            <a:gd name="adj1" fmla="val 3034"/>
            <a:gd name="adj2" fmla="val 372322"/>
            <a:gd name="adj3" fmla="val 19087684"/>
            <a:gd name="adj4" fmla="val 12211027"/>
            <a:gd name="adj5" fmla="val 3540"/>
          </a:avLst>
        </a:prstGeom>
        <a:solidFill>
          <a:schemeClr val="accent1">
            <a:shade val="90000"/>
            <a:hueOff val="261919"/>
            <a:satOff val="-4486"/>
            <a:lumOff val="1797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AE5BA-8B47-43D0-82FD-5C00A3FD3EDE}">
      <dsp:nvSpPr>
        <dsp:cNvPr id="0" name=""/>
        <dsp:cNvSpPr/>
      </dsp:nvSpPr>
      <dsp:spPr>
        <a:xfrm>
          <a:off x="6371812" y="1806713"/>
          <a:ext cx="1377693" cy="54786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09570"/>
            <a:satOff val="-3754"/>
            <a:lumOff val="159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PREPARE INTERMEDIATES</a:t>
          </a:r>
        </a:p>
      </dsp:txBody>
      <dsp:txXfrm>
        <a:off x="6387858" y="1822759"/>
        <a:ext cx="1345601" cy="515771"/>
      </dsp:txXfrm>
    </dsp:sp>
    <dsp:sp modelId="{C63BC264-C6EC-4C7C-B10B-26B1BB913131}">
      <dsp:nvSpPr>
        <dsp:cNvPr id="0" name=""/>
        <dsp:cNvSpPr/>
      </dsp:nvSpPr>
      <dsp:spPr>
        <a:xfrm>
          <a:off x="8026192" y="1820463"/>
          <a:ext cx="1549905" cy="14657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79426"/>
              <a:satOff val="-5005"/>
              <a:lumOff val="212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3C1D8-2431-4815-AA1F-C75C6ED5AD35}">
      <dsp:nvSpPr>
        <dsp:cNvPr id="0" name=""/>
        <dsp:cNvSpPr/>
      </dsp:nvSpPr>
      <dsp:spPr>
        <a:xfrm>
          <a:off x="8988779" y="2564461"/>
          <a:ext cx="1854412" cy="1854412"/>
        </a:xfrm>
        <a:prstGeom prst="leftCircularArrow">
          <a:avLst>
            <a:gd name="adj1" fmla="val 3194"/>
            <a:gd name="adj2" fmla="val 393389"/>
            <a:gd name="adj3" fmla="val 3373935"/>
            <a:gd name="adj4" fmla="val 10229525"/>
            <a:gd name="adj5" fmla="val 3726"/>
          </a:avLst>
        </a:prstGeom>
        <a:solidFill>
          <a:schemeClr val="accent1">
            <a:shade val="90000"/>
            <a:hueOff val="349225"/>
            <a:satOff val="-5981"/>
            <a:lumOff val="239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DC889-02DA-4F65-8483-1EE0BE395CD3}">
      <dsp:nvSpPr>
        <dsp:cNvPr id="0" name=""/>
        <dsp:cNvSpPr/>
      </dsp:nvSpPr>
      <dsp:spPr>
        <a:xfrm>
          <a:off x="8375948" y="3086366"/>
          <a:ext cx="1377693" cy="54786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79426"/>
            <a:satOff val="-5005"/>
            <a:lumOff val="212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PROPERTY COMPUTATION</a:t>
          </a:r>
        </a:p>
      </dsp:txBody>
      <dsp:txXfrm>
        <a:off x="8391994" y="3102412"/>
        <a:ext cx="1345601" cy="515771"/>
      </dsp:txXfrm>
    </dsp:sp>
    <dsp:sp modelId="{C657EFF7-FB96-4EE2-B0E2-6A555FF3062C}">
      <dsp:nvSpPr>
        <dsp:cNvPr id="0" name=""/>
        <dsp:cNvSpPr/>
      </dsp:nvSpPr>
      <dsp:spPr>
        <a:xfrm>
          <a:off x="10035334" y="2209211"/>
          <a:ext cx="1549905" cy="20437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0F4CF4-4E08-4708-A746-EFB69F2CAC99}">
      <dsp:nvSpPr>
        <dsp:cNvPr id="0" name=""/>
        <dsp:cNvSpPr/>
      </dsp:nvSpPr>
      <dsp:spPr>
        <a:xfrm>
          <a:off x="10380083" y="1807348"/>
          <a:ext cx="1377693" cy="54786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 dirty="0"/>
            <a:t>RESULTS</a:t>
          </a:r>
        </a:p>
      </dsp:txBody>
      <dsp:txXfrm>
        <a:off x="10396129" y="1823394"/>
        <a:ext cx="1345601" cy="5157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85F1D4-7328-4B8C-960F-704AF9506D3B}">
      <dsp:nvSpPr>
        <dsp:cNvPr id="0" name=""/>
        <dsp:cNvSpPr/>
      </dsp:nvSpPr>
      <dsp:spPr>
        <a:xfrm>
          <a:off x="37" y="67079"/>
          <a:ext cx="3629642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INPUTS</a:t>
          </a:r>
        </a:p>
      </dsp:txBody>
      <dsp:txXfrm>
        <a:off x="37" y="67079"/>
        <a:ext cx="3629642" cy="489600"/>
      </dsp:txXfrm>
    </dsp:sp>
    <dsp:sp modelId="{CD4E2850-2D57-458E-B4BA-A58320EE5E75}">
      <dsp:nvSpPr>
        <dsp:cNvPr id="0" name=""/>
        <dsp:cNvSpPr/>
      </dsp:nvSpPr>
      <dsp:spPr>
        <a:xfrm>
          <a:off x="37" y="556679"/>
          <a:ext cx="3629642" cy="27051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700" b="1" kern="1200" dirty="0" err="1"/>
            <a:t>iodata</a:t>
          </a:r>
          <a:r>
            <a:rPr lang="pl-PL" sz="1700" kern="1200" dirty="0"/>
            <a:t>: </a:t>
          </a:r>
          <a:r>
            <a:rPr lang="en-US" sz="1700" kern="1200" dirty="0"/>
            <a:t>must contain excited-state vectors </a:t>
          </a:r>
          <a:r>
            <a:rPr lang="en-US" sz="1700" kern="1200" dirty="0" err="1"/>
            <a:t>civ_ee</a:t>
          </a:r>
          <a:r>
            <a:rPr lang="en-US" sz="1700" kern="1200" dirty="0"/>
            <a:t>; overlaps/orbitals are auto-seeded into the checkpoint</a:t>
          </a:r>
          <a:endParaRPr lang="pl-P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700" b="1" kern="1200" dirty="0" err="1"/>
            <a:t>domains</a:t>
          </a:r>
          <a:r>
            <a:rPr lang="pl-PL" sz="1700" kern="1200" dirty="0"/>
            <a:t>: </a:t>
          </a:r>
          <a:r>
            <a:rPr lang="en-US" sz="1700" kern="1200" dirty="0"/>
            <a:t>path to labeled .</a:t>
          </a:r>
          <a:r>
            <a:rPr lang="en-US" sz="1700" kern="1200" dirty="0" err="1"/>
            <a:t>xyz</a:t>
          </a:r>
          <a:r>
            <a:rPr lang="en-US" sz="1700" kern="1200" dirty="0"/>
            <a:t> or a </a:t>
          </a:r>
          <a:r>
            <a:rPr lang="en-US" sz="1700" kern="1200" dirty="0" err="1"/>
            <a:t>DomainSpec</a:t>
          </a:r>
          <a:r>
            <a:rPr lang="en-US" sz="1700" kern="1200" dirty="0"/>
            <a:t>. If labels in the </a:t>
          </a:r>
          <a:r>
            <a:rPr lang="en-US" sz="1700" kern="1200" dirty="0" err="1"/>
            <a:t>xyz</a:t>
          </a:r>
          <a:r>
            <a:rPr lang="en-US" sz="1700" kern="1200" dirty="0"/>
            <a:t> are incomplete, the GUI picker is launched</a:t>
          </a:r>
          <a:endParaRPr lang="pl-P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700" kern="1200" dirty="0" err="1"/>
            <a:t>options</a:t>
          </a:r>
          <a:r>
            <a:rPr lang="pl-PL" sz="1700" kern="1200" dirty="0"/>
            <a:t>: </a:t>
          </a:r>
          <a:r>
            <a:rPr lang="en-US" sz="1700" kern="1200" dirty="0" err="1"/>
            <a:t>state_index</a:t>
          </a:r>
          <a:r>
            <a:rPr lang="en-US" sz="1700" kern="1200" dirty="0"/>
            <a:t>, excitations, </a:t>
          </a:r>
          <a:r>
            <a:rPr lang="en-US" sz="1700" kern="1200" dirty="0" err="1"/>
            <a:t>major_thresh</a:t>
          </a:r>
          <a:r>
            <a:rPr lang="en-US" sz="1700" kern="1200" dirty="0"/>
            <a:t>, </a:t>
          </a:r>
          <a:r>
            <a:rPr lang="en-US" sz="1700" kern="1200" dirty="0" err="1"/>
            <a:t>tie_break</a:t>
          </a:r>
          <a:r>
            <a:rPr lang="en-US" sz="1700" kern="1200" dirty="0"/>
            <a:t>, strict</a:t>
          </a:r>
          <a:endParaRPr lang="pl-PL" sz="1700" kern="1200" dirty="0"/>
        </a:p>
      </dsp:txBody>
      <dsp:txXfrm>
        <a:off x="37" y="556679"/>
        <a:ext cx="3629642" cy="2705111"/>
      </dsp:txXfrm>
    </dsp:sp>
    <dsp:sp modelId="{D691307B-18E8-4381-967E-109D9879E0A7}">
      <dsp:nvSpPr>
        <dsp:cNvPr id="0" name=""/>
        <dsp:cNvSpPr/>
      </dsp:nvSpPr>
      <dsp:spPr>
        <a:xfrm>
          <a:off x="4137830" y="67079"/>
          <a:ext cx="3629642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INTEGRATION</a:t>
          </a:r>
        </a:p>
      </dsp:txBody>
      <dsp:txXfrm>
        <a:off x="4137830" y="67079"/>
        <a:ext cx="3629642" cy="489600"/>
      </dsp:txXfrm>
    </dsp:sp>
    <dsp:sp modelId="{143E4475-4CC7-4B3E-836D-4C3E77062B76}">
      <dsp:nvSpPr>
        <dsp:cNvPr id="0" name=""/>
        <dsp:cNvSpPr/>
      </dsp:nvSpPr>
      <dsp:spPr>
        <a:xfrm>
          <a:off x="4137830" y="556679"/>
          <a:ext cx="3629642" cy="27051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 err="1"/>
            <a:t>prepare_intermediates</a:t>
          </a:r>
          <a:r>
            <a:rPr lang="en-US" sz="1700" kern="1200" dirty="0"/>
            <a:t>: orthogonalizes orbitals, computes </a:t>
          </a:r>
          <a:r>
            <a:rPr lang="en-US" sz="1700" kern="1200" dirty="0" err="1"/>
            <a:t>MO→domain</a:t>
          </a:r>
          <a:r>
            <a:rPr lang="en-US" sz="1700" kern="1200" dirty="0"/>
            <a:t> weights, assigns MOs to domains (stores arrays under </a:t>
          </a:r>
          <a:r>
            <a:rPr lang="en-US" sz="1700" kern="1200" dirty="0" err="1"/>
            <a:t>ct</a:t>
          </a:r>
          <a:r>
            <a:rPr lang="en-US" sz="1700" kern="1200" dirty="0"/>
            <a:t>/*)</a:t>
          </a:r>
          <a:endParaRPr lang="pl-P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 err="1"/>
            <a:t>get_property</a:t>
          </a:r>
          <a:r>
            <a:rPr lang="en-US" sz="1700" kern="1200" dirty="0"/>
            <a:t>: aggregates CI contributions into the </a:t>
          </a:r>
          <a:r>
            <a:rPr lang="en-US" sz="1700" kern="1200" dirty="0" err="1"/>
            <a:t>domain→domain</a:t>
          </a:r>
          <a:r>
            <a:rPr lang="en-US" sz="1700" kern="1200" dirty="0"/>
            <a:t> CT matrix and writes it to the checkpoint (</a:t>
          </a:r>
          <a:r>
            <a:rPr lang="en-US" sz="1700" kern="1200" dirty="0" err="1"/>
            <a:t>ct</a:t>
          </a:r>
          <a:r>
            <a:rPr lang="en-US" sz="1700" kern="1200" dirty="0"/>
            <a:t>/matrix).</a:t>
          </a:r>
          <a:endParaRPr lang="pl-PL" sz="1700" kern="1200" dirty="0"/>
        </a:p>
      </dsp:txBody>
      <dsp:txXfrm>
        <a:off x="4137830" y="556679"/>
        <a:ext cx="3629642" cy="27051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AD449-9679-4482-AFB1-0BD40A5F7122}">
      <dsp:nvSpPr>
        <dsp:cNvPr id="0" name=""/>
        <dsp:cNvSpPr/>
      </dsp:nvSpPr>
      <dsp:spPr>
        <a:xfrm>
          <a:off x="0" y="358772"/>
          <a:ext cx="4634958" cy="4634958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A0209-9819-4E86-99B8-0DE8B9D459B3}">
      <dsp:nvSpPr>
        <dsp:cNvPr id="0" name=""/>
        <dsp:cNvSpPr/>
      </dsp:nvSpPr>
      <dsp:spPr>
        <a:xfrm>
          <a:off x="2317479" y="358772"/>
          <a:ext cx="5407451" cy="463495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/>
            <a:t>Visual </a:t>
          </a:r>
          <a:r>
            <a:rPr lang="pl-PL" sz="1900" kern="1200" dirty="0" err="1"/>
            <a:t>tool</a:t>
          </a:r>
          <a:r>
            <a:rPr lang="pl-PL" sz="1900" kern="1200" dirty="0"/>
            <a:t> for</a:t>
          </a:r>
          <a:r>
            <a:rPr lang="en-US" sz="1900" kern="1200" dirty="0"/>
            <a:t> assigning atoms to labeled domains directly in 3D</a:t>
          </a:r>
          <a:endParaRPr lang="pl-PL" sz="1900" kern="1200" dirty="0"/>
        </a:p>
      </dsp:txBody>
      <dsp:txXfrm>
        <a:off x="2317479" y="358772"/>
        <a:ext cx="5407451" cy="741593"/>
      </dsp:txXfrm>
    </dsp:sp>
    <dsp:sp modelId="{77D020C3-93EA-4C87-88A8-97AB4849B3FC}">
      <dsp:nvSpPr>
        <dsp:cNvPr id="0" name=""/>
        <dsp:cNvSpPr/>
      </dsp:nvSpPr>
      <dsp:spPr>
        <a:xfrm>
          <a:off x="486670" y="1100366"/>
          <a:ext cx="3661617" cy="3661617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shade val="50000"/>
            <a:hueOff val="-237682"/>
            <a:satOff val="0"/>
            <a:lumOff val="19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D600C-EC52-4086-85BC-161DFBC0EE34}">
      <dsp:nvSpPr>
        <dsp:cNvPr id="0" name=""/>
        <dsp:cNvSpPr/>
      </dsp:nvSpPr>
      <dsp:spPr>
        <a:xfrm>
          <a:off x="2317479" y="1100366"/>
          <a:ext cx="5407451" cy="366161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-237682"/>
              <a:satOff val="0"/>
              <a:lumOff val="193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Launches automatically when domain labels in .</a:t>
          </a:r>
          <a:r>
            <a:rPr lang="en-US" sz="1900" kern="1200" dirty="0" err="1"/>
            <a:t>xyz</a:t>
          </a:r>
          <a:r>
            <a:rPr lang="en-US" sz="1900" kern="1200" dirty="0"/>
            <a:t> are missing or incomplete.</a:t>
          </a:r>
          <a:endParaRPr lang="pl-PL" sz="1900" kern="1200" dirty="0"/>
        </a:p>
      </dsp:txBody>
      <dsp:txXfrm>
        <a:off x="2317479" y="1100366"/>
        <a:ext cx="5407451" cy="741593"/>
      </dsp:txXfrm>
    </dsp:sp>
    <dsp:sp modelId="{02E55968-D595-4BA0-A3D9-A1D9DD534955}">
      <dsp:nvSpPr>
        <dsp:cNvPr id="0" name=""/>
        <dsp:cNvSpPr/>
      </dsp:nvSpPr>
      <dsp:spPr>
        <a:xfrm>
          <a:off x="973341" y="1841959"/>
          <a:ext cx="2688275" cy="2688275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shade val="50000"/>
            <a:hueOff val="-475363"/>
            <a:satOff val="0"/>
            <a:lumOff val="38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F18D0-C300-4CC7-B29D-7595E08E3626}">
      <dsp:nvSpPr>
        <dsp:cNvPr id="0" name=""/>
        <dsp:cNvSpPr/>
      </dsp:nvSpPr>
      <dsp:spPr>
        <a:xfrm>
          <a:off x="2317479" y="1841959"/>
          <a:ext cx="5407451" cy="2688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-475363"/>
              <a:satOff val="0"/>
              <a:lumOff val="386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Uses Qt </a:t>
          </a:r>
          <a:r>
            <a:rPr lang="en-US" sz="1900" kern="1200" dirty="0" err="1"/>
            <a:t>WebEngine</a:t>
          </a:r>
          <a:r>
            <a:rPr lang="en-US" sz="1900" kern="1200" dirty="0"/>
            <a:t> + 3Dmol.js for visualization and atom picking.</a:t>
          </a:r>
          <a:endParaRPr lang="pl-PL" sz="1900" kern="1200" dirty="0"/>
        </a:p>
      </dsp:txBody>
      <dsp:txXfrm>
        <a:off x="2317479" y="1841959"/>
        <a:ext cx="5407451" cy="741593"/>
      </dsp:txXfrm>
    </dsp:sp>
    <dsp:sp modelId="{6400B4EA-ACAF-4751-8026-52490FAA7DCE}">
      <dsp:nvSpPr>
        <dsp:cNvPr id="0" name=""/>
        <dsp:cNvSpPr/>
      </dsp:nvSpPr>
      <dsp:spPr>
        <a:xfrm>
          <a:off x="1460011" y="2583552"/>
          <a:ext cx="1714934" cy="1714934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shade val="50000"/>
            <a:hueOff val="-475363"/>
            <a:satOff val="0"/>
            <a:lumOff val="38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DA856-20F2-4E82-B808-A17B759255D3}">
      <dsp:nvSpPr>
        <dsp:cNvPr id="0" name=""/>
        <dsp:cNvSpPr/>
      </dsp:nvSpPr>
      <dsp:spPr>
        <a:xfrm>
          <a:off x="2317479" y="2583552"/>
          <a:ext cx="5407451" cy="17149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-475363"/>
              <a:satOff val="0"/>
              <a:lumOff val="386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Communicates with Python via Qt </a:t>
          </a:r>
          <a:r>
            <a:rPr lang="en-US" sz="1900" kern="1200" dirty="0" err="1"/>
            <a:t>WebChannel</a:t>
          </a:r>
          <a:r>
            <a:rPr lang="en-US" sz="1900" kern="1200" dirty="0"/>
            <a:t> and updates the </a:t>
          </a:r>
          <a:r>
            <a:rPr lang="en-US" sz="1900" kern="1200" dirty="0" err="1"/>
            <a:t>DomainSpec</a:t>
          </a:r>
          <a:r>
            <a:rPr lang="en-US" sz="1900" kern="1200" dirty="0"/>
            <a:t> mapping in real time.</a:t>
          </a:r>
          <a:endParaRPr lang="pl-PL" sz="1900" kern="1200" dirty="0"/>
        </a:p>
      </dsp:txBody>
      <dsp:txXfrm>
        <a:off x="2317479" y="2583552"/>
        <a:ext cx="5407451" cy="741593"/>
      </dsp:txXfrm>
    </dsp:sp>
    <dsp:sp modelId="{6C013181-04CC-49C9-9AF1-02BB72A3FD80}">
      <dsp:nvSpPr>
        <dsp:cNvPr id="0" name=""/>
        <dsp:cNvSpPr/>
      </dsp:nvSpPr>
      <dsp:spPr>
        <a:xfrm>
          <a:off x="1946682" y="3325146"/>
          <a:ext cx="741593" cy="741593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shade val="50000"/>
            <a:hueOff val="-237682"/>
            <a:satOff val="0"/>
            <a:lumOff val="19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F15E2-F85A-4F88-B64F-EC9391B14A49}">
      <dsp:nvSpPr>
        <dsp:cNvPr id="0" name=""/>
        <dsp:cNvSpPr/>
      </dsp:nvSpPr>
      <dsp:spPr>
        <a:xfrm>
          <a:off x="2317479" y="3325146"/>
          <a:ext cx="5407451" cy="74159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-237682"/>
              <a:satOff val="0"/>
              <a:lumOff val="193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Returns the completed mapping to </a:t>
          </a:r>
          <a:r>
            <a:rPr lang="en-US" sz="1900" kern="1200" dirty="0" err="1"/>
            <a:t>CTProperty</a:t>
          </a:r>
          <a:r>
            <a:rPr lang="en-US" sz="1900" kern="1200" dirty="0"/>
            <a:t> or the CLI for CT computation.</a:t>
          </a:r>
          <a:endParaRPr lang="pl-PL" sz="1900" kern="1200" dirty="0"/>
        </a:p>
      </dsp:txBody>
      <dsp:txXfrm>
        <a:off x="2317479" y="3325146"/>
        <a:ext cx="5407451" cy="7415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AD449-9679-4482-AFB1-0BD40A5F7122}">
      <dsp:nvSpPr>
        <dsp:cNvPr id="0" name=""/>
        <dsp:cNvSpPr/>
      </dsp:nvSpPr>
      <dsp:spPr>
        <a:xfrm>
          <a:off x="2516348" y="788990"/>
          <a:ext cx="3774523" cy="3774523"/>
        </a:xfrm>
        <a:prstGeom prst="pie">
          <a:avLst>
            <a:gd name="adj1" fmla="val 16200000"/>
            <a:gd name="adj2" fmla="val 5400000"/>
          </a:avLst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A0209-9819-4E86-99B8-0DE8B9D459B3}">
      <dsp:nvSpPr>
        <dsp:cNvPr id="0" name=""/>
        <dsp:cNvSpPr/>
      </dsp:nvSpPr>
      <dsp:spPr>
        <a:xfrm>
          <a:off x="0" y="788990"/>
          <a:ext cx="4403610" cy="37745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Segoe UI" panose="020B0502040204020203" pitchFamily="34" charset="0"/>
              <a:cs typeface="Segoe UI" panose="020B0502040204020203" pitchFamily="34" charset="0"/>
            </a:rPr>
            <a:t>Loads structures directly from XYZ.</a:t>
          </a:r>
          <a:endParaRPr lang="pl-PL" sz="21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788990"/>
        <a:ext cx="4403610" cy="802086"/>
      </dsp:txXfrm>
    </dsp:sp>
    <dsp:sp modelId="{77D020C3-93EA-4C87-88A8-97AB4849B3FC}">
      <dsp:nvSpPr>
        <dsp:cNvPr id="0" name=""/>
        <dsp:cNvSpPr/>
      </dsp:nvSpPr>
      <dsp:spPr>
        <a:xfrm>
          <a:off x="3011754" y="1591076"/>
          <a:ext cx="2783710" cy="2783710"/>
        </a:xfrm>
        <a:prstGeom prst="pie">
          <a:avLst>
            <a:gd name="adj1" fmla="val 16200000"/>
            <a:gd name="adj2" fmla="val 5400000"/>
          </a:avLst>
        </a:prstGeom>
        <a:solidFill>
          <a:schemeClr val="accent4">
            <a:shade val="50000"/>
            <a:hueOff val="-297102"/>
            <a:satOff val="0"/>
            <a:lumOff val="241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D600C-EC52-4086-85BC-161DFBC0EE34}">
      <dsp:nvSpPr>
        <dsp:cNvPr id="0" name=""/>
        <dsp:cNvSpPr/>
      </dsp:nvSpPr>
      <dsp:spPr>
        <a:xfrm>
          <a:off x="0" y="1591076"/>
          <a:ext cx="4403610" cy="278371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-297102"/>
              <a:satOff val="0"/>
              <a:lumOff val="241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 dirty="0" err="1">
              <a:latin typeface="Segoe UI" panose="020B0502040204020203" pitchFamily="34" charset="0"/>
              <a:cs typeface="Segoe UI" panose="020B0502040204020203" pitchFamily="34" charset="0"/>
            </a:rPr>
            <a:t>Assigns</a:t>
          </a:r>
          <a:r>
            <a:rPr lang="pl-PL" sz="2100" kern="1200" dirty="0">
              <a:latin typeface="Segoe UI" panose="020B0502040204020203" pitchFamily="34" charset="0"/>
              <a:cs typeface="Segoe UI" panose="020B0502040204020203" pitchFamily="34" charset="0"/>
            </a:rPr>
            <a:t>, </a:t>
          </a:r>
          <a:r>
            <a:rPr lang="pl-PL" sz="2100" kern="1200" dirty="0" err="1">
              <a:latin typeface="Segoe UI" panose="020B0502040204020203" pitchFamily="34" charset="0"/>
              <a:cs typeface="Segoe UI" panose="020B0502040204020203" pitchFamily="34" charset="0"/>
            </a:rPr>
            <a:t>recolors</a:t>
          </a:r>
          <a:r>
            <a:rPr lang="pl-PL" sz="2100" kern="1200" dirty="0">
              <a:latin typeface="Segoe UI" panose="020B0502040204020203" pitchFamily="34" charset="0"/>
              <a:cs typeface="Segoe UI" panose="020B0502040204020203" pitchFamily="34" charset="0"/>
            </a:rPr>
            <a:t>, and </a:t>
          </a:r>
          <a:r>
            <a:rPr lang="pl-PL" sz="2100" kern="1200" dirty="0" err="1">
              <a:latin typeface="Segoe UI" panose="020B0502040204020203" pitchFamily="34" charset="0"/>
              <a:cs typeface="Segoe UI" panose="020B0502040204020203" pitchFamily="34" charset="0"/>
            </a:rPr>
            <a:t>validates</a:t>
          </a:r>
          <a:r>
            <a:rPr lang="pl-PL" sz="2100" kern="1200" dirty="0"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r>
            <a:rPr lang="pl-PL" sz="2100" kern="1200" dirty="0" err="1">
              <a:latin typeface="Segoe UI" panose="020B0502040204020203" pitchFamily="34" charset="0"/>
              <a:cs typeface="Segoe UI" panose="020B0502040204020203" pitchFamily="34" charset="0"/>
            </a:rPr>
            <a:t>domain</a:t>
          </a:r>
          <a:r>
            <a:rPr lang="pl-PL" sz="2100" kern="1200" dirty="0"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r>
            <a:rPr lang="pl-PL" sz="2100" kern="1200" dirty="0" err="1">
              <a:latin typeface="Segoe UI" panose="020B0502040204020203" pitchFamily="34" charset="0"/>
              <a:cs typeface="Segoe UI" panose="020B0502040204020203" pitchFamily="34" charset="0"/>
            </a:rPr>
            <a:t>definitions</a:t>
          </a:r>
          <a:r>
            <a:rPr lang="pl-PL" sz="2100" kern="1200" dirty="0">
              <a:latin typeface="Segoe UI" panose="020B0502040204020203" pitchFamily="34" charset="0"/>
              <a:cs typeface="Segoe UI" panose="020B0502040204020203" pitchFamily="34" charset="0"/>
            </a:rPr>
            <a:t>.</a:t>
          </a:r>
        </a:p>
      </dsp:txBody>
      <dsp:txXfrm>
        <a:off x="0" y="1591076"/>
        <a:ext cx="4403610" cy="802086"/>
      </dsp:txXfrm>
    </dsp:sp>
    <dsp:sp modelId="{02E55968-D595-4BA0-A3D9-A1D9DD534955}">
      <dsp:nvSpPr>
        <dsp:cNvPr id="0" name=""/>
        <dsp:cNvSpPr/>
      </dsp:nvSpPr>
      <dsp:spPr>
        <a:xfrm>
          <a:off x="3507161" y="2393162"/>
          <a:ext cx="1792898" cy="1792898"/>
        </a:xfrm>
        <a:prstGeom prst="pie">
          <a:avLst>
            <a:gd name="adj1" fmla="val 16200000"/>
            <a:gd name="adj2" fmla="val 5400000"/>
          </a:avLst>
        </a:prstGeom>
        <a:solidFill>
          <a:schemeClr val="accent4">
            <a:shade val="50000"/>
            <a:hueOff val="-594204"/>
            <a:satOff val="0"/>
            <a:lumOff val="483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F18D0-C300-4CC7-B29D-7595E08E3626}">
      <dsp:nvSpPr>
        <dsp:cNvPr id="0" name=""/>
        <dsp:cNvSpPr/>
      </dsp:nvSpPr>
      <dsp:spPr>
        <a:xfrm>
          <a:off x="0" y="2393162"/>
          <a:ext cx="4403610" cy="179289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-594204"/>
              <a:satOff val="0"/>
              <a:lumOff val="483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 dirty="0" err="1">
              <a:latin typeface="Segoe UI" panose="020B0502040204020203" pitchFamily="34" charset="0"/>
              <a:cs typeface="Segoe UI" panose="020B0502040204020203" pitchFamily="34" charset="0"/>
            </a:rPr>
            <a:t>Exports</a:t>
          </a:r>
          <a:r>
            <a:rPr lang="pl-PL" sz="2100" kern="1200" dirty="0"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r>
            <a:rPr lang="pl-PL" sz="2100" kern="1200" dirty="0" err="1">
              <a:latin typeface="Segoe UI" panose="020B0502040204020203" pitchFamily="34" charset="0"/>
              <a:cs typeface="Segoe UI" panose="020B0502040204020203" pitchFamily="34" charset="0"/>
            </a:rPr>
            <a:t>labeled</a:t>
          </a:r>
          <a:r>
            <a:rPr lang="pl-PL" sz="2100" kern="1200" dirty="0">
              <a:latin typeface="Segoe UI" panose="020B0502040204020203" pitchFamily="34" charset="0"/>
              <a:cs typeface="Segoe UI" panose="020B0502040204020203" pitchFamily="34" charset="0"/>
            </a:rPr>
            <a:t> geometry </a:t>
          </a:r>
          <a:r>
            <a:rPr lang="pl-PL" sz="2100" kern="1200" dirty="0" err="1">
              <a:latin typeface="Segoe UI" panose="020B0502040204020203" pitchFamily="34" charset="0"/>
              <a:cs typeface="Segoe UI" panose="020B0502040204020203" pitchFamily="34" charset="0"/>
            </a:rPr>
            <a:t>automatically</a:t>
          </a:r>
          <a:r>
            <a:rPr lang="pl-PL" sz="2100" kern="1200" dirty="0">
              <a:latin typeface="Segoe UI" panose="020B0502040204020203" pitchFamily="34" charset="0"/>
              <a:cs typeface="Segoe UI" panose="020B0502040204020203" pitchFamily="34" charset="0"/>
            </a:rPr>
            <a:t>.</a:t>
          </a:r>
        </a:p>
      </dsp:txBody>
      <dsp:txXfrm>
        <a:off x="0" y="2393162"/>
        <a:ext cx="4403610" cy="802086"/>
      </dsp:txXfrm>
    </dsp:sp>
    <dsp:sp modelId="{6400B4EA-ACAF-4751-8026-52490FAA7DCE}">
      <dsp:nvSpPr>
        <dsp:cNvPr id="0" name=""/>
        <dsp:cNvSpPr/>
      </dsp:nvSpPr>
      <dsp:spPr>
        <a:xfrm>
          <a:off x="4002567" y="3195248"/>
          <a:ext cx="802086" cy="802086"/>
        </a:xfrm>
        <a:prstGeom prst="pie">
          <a:avLst>
            <a:gd name="adj1" fmla="val 16200000"/>
            <a:gd name="adj2" fmla="val 5400000"/>
          </a:avLst>
        </a:prstGeom>
        <a:solidFill>
          <a:schemeClr val="accent4">
            <a:shade val="50000"/>
            <a:hueOff val="-297102"/>
            <a:satOff val="0"/>
            <a:lumOff val="241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DA856-20F2-4E82-B808-A17B759255D3}">
      <dsp:nvSpPr>
        <dsp:cNvPr id="0" name=""/>
        <dsp:cNvSpPr/>
      </dsp:nvSpPr>
      <dsp:spPr>
        <a:xfrm>
          <a:off x="0" y="3195248"/>
          <a:ext cx="4403610" cy="80208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-297102"/>
              <a:satOff val="0"/>
              <a:lumOff val="241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Segoe UI" panose="020B0502040204020203" pitchFamily="34" charset="0"/>
              <a:cs typeface="Segoe UI" panose="020B0502040204020203" pitchFamily="34" charset="0"/>
            </a:rPr>
            <a:t>Lightweight — no external dependencies or web connections.</a:t>
          </a:r>
          <a:endParaRPr lang="pl-PL" sz="21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3195248"/>
        <a:ext cx="4403610" cy="80208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698FD-1224-45BD-B437-395568170E46}">
      <dsp:nvSpPr>
        <dsp:cNvPr id="0" name=""/>
        <dsp:cNvSpPr/>
      </dsp:nvSpPr>
      <dsp:spPr>
        <a:xfrm>
          <a:off x="0" y="3369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FF674-8770-4F7C-AE43-788870724734}">
      <dsp:nvSpPr>
        <dsp:cNvPr id="0" name=""/>
        <dsp:cNvSpPr/>
      </dsp:nvSpPr>
      <dsp:spPr>
        <a:xfrm>
          <a:off x="406400" y="41733"/>
          <a:ext cx="5689600" cy="590400"/>
        </a:xfrm>
        <a:prstGeom prst="round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Atom </a:t>
          </a:r>
          <a:r>
            <a:rPr lang="pl-PL" sz="2000" kern="1200" dirty="0" err="1"/>
            <a:t>deselection</a:t>
          </a:r>
          <a:endParaRPr lang="pl-PL" sz="2000" kern="1200" dirty="0"/>
        </a:p>
      </dsp:txBody>
      <dsp:txXfrm>
        <a:off x="435221" y="70554"/>
        <a:ext cx="5631958" cy="532758"/>
      </dsp:txXfrm>
    </dsp:sp>
    <dsp:sp modelId="{D7990BCC-E7A0-445B-959A-5799485E7970}">
      <dsp:nvSpPr>
        <dsp:cNvPr id="0" name=""/>
        <dsp:cNvSpPr/>
      </dsp:nvSpPr>
      <dsp:spPr>
        <a:xfrm>
          <a:off x="0" y="12441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64256"/>
              <a:satOff val="-2582"/>
              <a:lumOff val="55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7AD92-3F4F-4376-A8FA-44D1F84135C6}">
      <dsp:nvSpPr>
        <dsp:cNvPr id="0" name=""/>
        <dsp:cNvSpPr/>
      </dsp:nvSpPr>
      <dsp:spPr>
        <a:xfrm>
          <a:off x="406400" y="948933"/>
          <a:ext cx="5689600" cy="590400"/>
        </a:xfrm>
        <a:prstGeom prst="roundRect">
          <a:avLst/>
        </a:prstGeom>
        <a:solidFill>
          <a:schemeClr val="accent6">
            <a:shade val="80000"/>
            <a:hueOff val="64256"/>
            <a:satOff val="-2582"/>
            <a:lumOff val="55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Multi-atom </a:t>
          </a:r>
          <a:r>
            <a:rPr lang="pl-PL" sz="2000" kern="1200" dirty="0" err="1"/>
            <a:t>group</a:t>
          </a:r>
          <a:r>
            <a:rPr lang="pl-PL" sz="2000" kern="1200" dirty="0"/>
            <a:t> </a:t>
          </a:r>
          <a:r>
            <a:rPr lang="pl-PL" sz="2000" kern="1200" dirty="0" err="1"/>
            <a:t>selection</a:t>
          </a:r>
          <a:endParaRPr lang="pl-PL" sz="2000" kern="1200" dirty="0"/>
        </a:p>
      </dsp:txBody>
      <dsp:txXfrm>
        <a:off x="435221" y="977754"/>
        <a:ext cx="5631958" cy="532758"/>
      </dsp:txXfrm>
    </dsp:sp>
    <dsp:sp modelId="{D30CF438-F375-4523-8FFE-88B52ED9A884}">
      <dsp:nvSpPr>
        <dsp:cNvPr id="0" name=""/>
        <dsp:cNvSpPr/>
      </dsp:nvSpPr>
      <dsp:spPr>
        <a:xfrm>
          <a:off x="0" y="21513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128512"/>
              <a:satOff val="-5164"/>
              <a:lumOff val="110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5F0364-250B-43F7-91F0-B260B682EA23}">
      <dsp:nvSpPr>
        <dsp:cNvPr id="0" name=""/>
        <dsp:cNvSpPr/>
      </dsp:nvSpPr>
      <dsp:spPr>
        <a:xfrm>
          <a:off x="406400" y="1856133"/>
          <a:ext cx="5689600" cy="590400"/>
        </a:xfrm>
        <a:prstGeom prst="roundRect">
          <a:avLst/>
        </a:prstGeom>
        <a:solidFill>
          <a:schemeClr val="accent6">
            <a:shade val="80000"/>
            <a:hueOff val="128512"/>
            <a:satOff val="-5164"/>
            <a:lumOff val="110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Direct geometry loading from checkpoint</a:t>
          </a:r>
          <a:endParaRPr lang="pl-PL" sz="2000" kern="1200" dirty="0"/>
        </a:p>
      </dsp:txBody>
      <dsp:txXfrm>
        <a:off x="435221" y="1884954"/>
        <a:ext cx="5631958" cy="532758"/>
      </dsp:txXfrm>
    </dsp:sp>
    <dsp:sp modelId="{05E7C50B-44CA-40F0-BF76-12EC9D1AB951}">
      <dsp:nvSpPr>
        <dsp:cNvPr id="0" name=""/>
        <dsp:cNvSpPr/>
      </dsp:nvSpPr>
      <dsp:spPr>
        <a:xfrm>
          <a:off x="0" y="30585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192768"/>
              <a:satOff val="-7745"/>
              <a:lumOff val="16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D687B6-1BC1-4F49-B3CF-AE3A872FE004}">
      <dsp:nvSpPr>
        <dsp:cNvPr id="0" name=""/>
        <dsp:cNvSpPr/>
      </dsp:nvSpPr>
      <dsp:spPr>
        <a:xfrm>
          <a:off x="406400" y="2763333"/>
          <a:ext cx="5689600" cy="590400"/>
        </a:xfrm>
        <a:prstGeom prst="roundRect">
          <a:avLst/>
        </a:prstGeom>
        <a:solidFill>
          <a:schemeClr val="accent6">
            <a:shade val="80000"/>
            <a:hueOff val="192768"/>
            <a:satOff val="-7745"/>
            <a:lumOff val="165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GUI </a:t>
          </a:r>
          <a:r>
            <a:rPr lang="pl-PL" sz="2000" kern="1200" dirty="0" err="1"/>
            <a:t>MacOS</a:t>
          </a:r>
          <a:r>
            <a:rPr lang="pl-PL" sz="2000" kern="1200" dirty="0"/>
            <a:t> </a:t>
          </a:r>
          <a:r>
            <a:rPr lang="pl-PL" sz="2000" kern="1200" dirty="0" err="1"/>
            <a:t>compatibility</a:t>
          </a:r>
          <a:endParaRPr lang="pl-PL" sz="2000" kern="1200" dirty="0"/>
        </a:p>
      </dsp:txBody>
      <dsp:txXfrm>
        <a:off x="435221" y="2792154"/>
        <a:ext cx="5631958" cy="532758"/>
      </dsp:txXfrm>
    </dsp:sp>
    <dsp:sp modelId="{A473AF0B-97EB-4F12-AFCA-F88E0F47E941}">
      <dsp:nvSpPr>
        <dsp:cNvPr id="0" name=""/>
        <dsp:cNvSpPr/>
      </dsp:nvSpPr>
      <dsp:spPr>
        <a:xfrm>
          <a:off x="0" y="39657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257024"/>
              <a:satOff val="-10327"/>
              <a:lumOff val="221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C636E4-6423-4C5E-AB25-DDF8AA9CA71C}">
      <dsp:nvSpPr>
        <dsp:cNvPr id="0" name=""/>
        <dsp:cNvSpPr/>
      </dsp:nvSpPr>
      <dsp:spPr>
        <a:xfrm>
          <a:off x="406400" y="3670533"/>
          <a:ext cx="5689600" cy="590400"/>
        </a:xfrm>
        <a:prstGeom prst="roundRect">
          <a:avLst/>
        </a:prstGeom>
        <a:solidFill>
          <a:schemeClr val="accent6">
            <a:shade val="80000"/>
            <a:hueOff val="257024"/>
            <a:satOff val="-10327"/>
            <a:lumOff val="221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 err="1"/>
            <a:t>Tests</a:t>
          </a:r>
          <a:endParaRPr lang="pl-PL" sz="2000" kern="1200" dirty="0"/>
        </a:p>
      </dsp:txBody>
      <dsp:txXfrm>
        <a:off x="435221" y="3699354"/>
        <a:ext cx="5631958" cy="532758"/>
      </dsp:txXfrm>
    </dsp:sp>
    <dsp:sp modelId="{787221A3-5381-41DA-BAE9-48155CE2CF1E}">
      <dsp:nvSpPr>
        <dsp:cNvPr id="0" name=""/>
        <dsp:cNvSpPr/>
      </dsp:nvSpPr>
      <dsp:spPr>
        <a:xfrm>
          <a:off x="0" y="4872933"/>
          <a:ext cx="81280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321280"/>
              <a:satOff val="-12909"/>
              <a:lumOff val="27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109CE6-9214-419E-823D-BC5F860140A1}">
      <dsp:nvSpPr>
        <dsp:cNvPr id="0" name=""/>
        <dsp:cNvSpPr/>
      </dsp:nvSpPr>
      <dsp:spPr>
        <a:xfrm>
          <a:off x="406400" y="4577733"/>
          <a:ext cx="5689600" cy="590400"/>
        </a:xfrm>
        <a:prstGeom prst="roundRect">
          <a:avLst/>
        </a:prstGeom>
        <a:solidFill>
          <a:schemeClr val="accent6">
            <a:shade val="80000"/>
            <a:hueOff val="321280"/>
            <a:satOff val="-12909"/>
            <a:lumOff val="27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Additional sanity checks</a:t>
          </a:r>
          <a:endParaRPr lang="pl-PL" sz="2000" kern="1200" dirty="0"/>
        </a:p>
      </dsp:txBody>
      <dsp:txXfrm>
        <a:off x="435221" y="4606554"/>
        <a:ext cx="5631958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7A77EF-ABC6-4B93-A472-41EA7F9EBD8F}" type="datetime1">
              <a:rPr lang="pl-PL" smtClean="0"/>
              <a:t>28.10.2025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D529299-61FF-4B93-ADA6-2FD5975D62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B91B06-53EE-45B7-965E-F3AE34C08448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C849E9A-41F7-4779-A581-48A7C374A227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4202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Existing</a:t>
            </a:r>
            <a:r>
              <a:rPr lang="pl-PL" dirty="0"/>
              <a:t> </a:t>
            </a:r>
            <a:r>
              <a:rPr lang="pl-PL" dirty="0" err="1"/>
              <a:t>pain</a:t>
            </a:r>
            <a:r>
              <a:rPr lang="pl-PL" dirty="0"/>
              <a:t> </a:t>
            </a:r>
            <a:r>
              <a:rPr lang="pl-PL" dirty="0" err="1"/>
              <a:t>points</a:t>
            </a:r>
            <a:r>
              <a:rPr lang="pl-PL" dirty="0"/>
              <a:t>: no </a:t>
            </a:r>
            <a:r>
              <a:rPr lang="pl-PL" dirty="0" err="1"/>
              <a:t>simple</a:t>
            </a:r>
            <a:r>
              <a:rPr lang="pl-PL" dirty="0"/>
              <a:t> </a:t>
            </a:r>
            <a:r>
              <a:rPr lang="pl-PL" dirty="0" err="1"/>
              <a:t>domain-resolved</a:t>
            </a:r>
            <a:r>
              <a:rPr lang="pl-PL" dirty="0"/>
              <a:t> CT </a:t>
            </a:r>
            <a:r>
              <a:rPr lang="pl-PL" dirty="0" err="1"/>
              <a:t>visualization</a:t>
            </a:r>
            <a:r>
              <a:rPr lang="pl-PL" dirty="0"/>
              <a:t>.</a:t>
            </a:r>
          </a:p>
          <a:p>
            <a:r>
              <a:rPr lang="pl-PL" dirty="0"/>
              <a:t>Project </a:t>
            </a:r>
            <a:r>
              <a:rPr lang="pl-PL" dirty="0" err="1"/>
              <a:t>goals</a:t>
            </a:r>
            <a:r>
              <a:rPr lang="pl-PL" dirty="0"/>
              <a:t>:</a:t>
            </a:r>
          </a:p>
          <a:p>
            <a:r>
              <a:rPr lang="pl-PL" dirty="0"/>
              <a:t>- </a:t>
            </a:r>
            <a:r>
              <a:rPr lang="pl-PL" dirty="0" err="1"/>
              <a:t>Unified</a:t>
            </a:r>
            <a:r>
              <a:rPr lang="pl-PL" dirty="0"/>
              <a:t> </a:t>
            </a:r>
            <a:r>
              <a:rPr lang="pl-PL" dirty="0" err="1"/>
              <a:t>property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.</a:t>
            </a:r>
          </a:p>
          <a:p>
            <a:r>
              <a:rPr lang="pl-PL" dirty="0"/>
              <a:t>- </a:t>
            </a:r>
            <a:r>
              <a:rPr lang="pl-PL" dirty="0" err="1"/>
              <a:t>Intuitive</a:t>
            </a:r>
            <a:r>
              <a:rPr lang="pl-PL" dirty="0"/>
              <a:t> GUI/CLI </a:t>
            </a:r>
            <a:r>
              <a:rPr lang="pl-PL" dirty="0" err="1"/>
              <a:t>integration</a:t>
            </a:r>
            <a:r>
              <a:rPr lang="pl-PL" dirty="0"/>
              <a:t>.</a:t>
            </a:r>
          </a:p>
          <a:p>
            <a:pPr marL="0" indent="0">
              <a:buFontTx/>
              <a:buNone/>
            </a:pPr>
            <a:r>
              <a:rPr lang="pl-PL" dirty="0"/>
              <a:t>- </a:t>
            </a:r>
            <a:r>
              <a:rPr lang="pl-PL" dirty="0" err="1"/>
              <a:t>Support</a:t>
            </a:r>
            <a:r>
              <a:rPr lang="pl-PL" dirty="0"/>
              <a:t> for </a:t>
            </a:r>
            <a:r>
              <a:rPr lang="pl-PL" dirty="0" err="1"/>
              <a:t>automated</a:t>
            </a:r>
            <a:r>
              <a:rPr lang="pl-PL" dirty="0"/>
              <a:t> </a:t>
            </a:r>
            <a:r>
              <a:rPr lang="pl-PL" dirty="0" err="1"/>
              <a:t>domain</a:t>
            </a:r>
            <a:r>
              <a:rPr lang="pl-PL" dirty="0"/>
              <a:t> </a:t>
            </a:r>
            <a:r>
              <a:rPr lang="pl-PL" dirty="0" err="1"/>
              <a:t>selection</a:t>
            </a:r>
            <a:r>
              <a:rPr lang="pl-PL" dirty="0"/>
              <a:t> and </a:t>
            </a:r>
            <a:r>
              <a:rPr lang="pl-PL" dirty="0" err="1"/>
              <a:t>future</a:t>
            </a:r>
            <a:r>
              <a:rPr lang="pl-PL" dirty="0"/>
              <a:t> </a:t>
            </a:r>
            <a:r>
              <a:rPr lang="pl-PL" dirty="0" err="1"/>
              <a:t>interactivity</a:t>
            </a:r>
            <a:r>
              <a:rPr lang="pl-PL" dirty="0"/>
              <a:t>.</a:t>
            </a:r>
          </a:p>
          <a:p>
            <a:pPr marL="171450" indent="-171450">
              <a:buFontTx/>
              <a:buChar char="-"/>
            </a:pPr>
            <a:endParaRPr lang="pl-PL" dirty="0"/>
          </a:p>
          <a:p>
            <a:r>
              <a:rPr lang="en-US" dirty="0"/>
              <a:t>Input → Computation → Analysis → Visualization.</a:t>
            </a:r>
          </a:p>
          <a:p>
            <a:r>
              <a:rPr lang="en-US" dirty="0"/>
              <a:t>Mention integration with checkpoints and reuse of molecular data.</a:t>
            </a:r>
          </a:p>
          <a:p>
            <a:pPr marL="171450" indent="-171450">
              <a:buFontTx/>
              <a:buChar char="-"/>
            </a:pP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noProof="0" smtClean="0"/>
              <a:t>2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2875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8123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F9A37-7C87-7A75-D63A-E7FD00AA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FA17D8B-9AC7-C262-E03A-890A47603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43DD8C6-124C-1D16-7F0D-58500BE89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 analysis partitions a molecule into </a:t>
            </a:r>
            <a:r>
              <a:rPr lang="en-US" b="1" dirty="0"/>
              <a:t>domains</a:t>
            </a:r>
            <a:r>
              <a:rPr lang="en-US" dirty="0"/>
              <a:t> (Ph₁–Ph₄, NN₁–NN₂).</a:t>
            </a:r>
          </a:p>
          <a:p>
            <a:r>
              <a:rPr lang="en-US" dirty="0"/>
              <a:t>Each element of the </a:t>
            </a:r>
            <a:r>
              <a:rPr lang="en-US" b="1" dirty="0"/>
              <a:t>CT matrix</a:t>
            </a:r>
            <a:r>
              <a:rPr lang="en-US" dirty="0"/>
              <a:t> quantifies how much electronic density is transferred from domain </a:t>
            </a:r>
            <a:r>
              <a:rPr lang="en-US" i="1" dirty="0"/>
              <a:t>A</a:t>
            </a:r>
            <a:r>
              <a:rPr lang="en-US" dirty="0"/>
              <a:t> to </a:t>
            </a:r>
            <a:r>
              <a:rPr lang="en-US" i="1" dirty="0"/>
              <a:t>B</a:t>
            </a:r>
            <a:r>
              <a:rPr lang="en-US" dirty="0"/>
              <a:t>.</a:t>
            </a:r>
          </a:p>
          <a:p>
            <a:r>
              <a:rPr lang="en-US" dirty="0"/>
              <a:t>Computed via AO→MO projections and summed per domain pair.</a:t>
            </a:r>
          </a:p>
          <a:p>
            <a:r>
              <a:rPr lang="en-US" dirty="0"/>
              <a:t>Highlights </a:t>
            </a:r>
            <a:r>
              <a:rPr lang="en-US" b="1" dirty="0"/>
              <a:t>donor–acceptor interactions</a:t>
            </a:r>
            <a:r>
              <a:rPr lang="en-US" dirty="0"/>
              <a:t> and intra- vs inter-domain character of transitions.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E5EE30F-FB8A-D5F7-2057-9FFF3EE56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noProof="0" smtClean="0"/>
              <a:t>4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38841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D102-9A16-31DD-9B2C-CB4485400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4D758B3-C332-F001-85BB-30FBDFB90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FD5E89F-9201-2E71-A67C-5FA07D566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Domains are </a:t>
            </a:r>
            <a:r>
              <a:rPr lang="en-US" b="1" dirty="0"/>
              <a:t>defined by the user</a:t>
            </a:r>
            <a:r>
              <a:rPr lang="en-US" dirty="0"/>
              <a:t> and passed as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DomainSpec</a:t>
            </a:r>
            <a:r>
              <a:rPr lang="en-US" dirty="0"/>
              <a:t>.</a:t>
            </a:r>
          </a:p>
          <a:p>
            <a:r>
              <a:rPr lang="en-US" dirty="0"/>
              <a:t>AO→MO coefficients describe how atomic orbitals contribute to each molecular orbital.</a:t>
            </a:r>
          </a:p>
          <a:p>
            <a:r>
              <a:rPr lang="en-US" dirty="0"/>
              <a:t>These coefficients are </a:t>
            </a:r>
            <a:r>
              <a:rPr lang="en-US" b="1" dirty="0"/>
              <a:t>grouped per domain</a:t>
            </a:r>
            <a:r>
              <a:rPr lang="en-US" dirty="0"/>
              <a:t> and squared to yield domain weights.</a:t>
            </a:r>
          </a:p>
          <a:p>
            <a:r>
              <a:rPr lang="en-US" dirty="0"/>
              <a:t>Summing over orbitals produces the </a:t>
            </a:r>
            <a:r>
              <a:rPr lang="en-US" b="1" dirty="0"/>
              <a:t>CT matrix</a:t>
            </a:r>
            <a:r>
              <a:rPr lang="en-US" dirty="0"/>
              <a:t>, representing charge flow between domains.</a:t>
            </a:r>
            <a:endParaRPr lang="pl-PL" dirty="0"/>
          </a:p>
          <a:p>
            <a:endParaRPr lang="pl-PL" dirty="0"/>
          </a:p>
          <a:p>
            <a:r>
              <a:rPr lang="en-US" dirty="0"/>
              <a:t>The process begins with user-defined domains (A, B, …), provided through the GUI or file input.</a:t>
            </a:r>
            <a:br>
              <a:rPr lang="en-US" dirty="0"/>
            </a:br>
            <a:r>
              <a:rPr lang="en-US" dirty="0"/>
              <a:t>Next, molecular orbitals are expressed as linear combinations of atomic orbitals — that’s the AO→MO projection.</a:t>
            </a:r>
            <a:br>
              <a:rPr lang="en-US" dirty="0"/>
            </a:br>
            <a:r>
              <a:rPr lang="en-US" dirty="0"/>
              <a:t>We then compute domain weights for each orbital by summing squared coefficients within each domain.</a:t>
            </a:r>
            <a:br>
              <a:rPr lang="en-US" dirty="0"/>
            </a:br>
            <a:r>
              <a:rPr lang="en-US" dirty="0"/>
              <a:t>Finally, these weights are aggregated into the charge transfer matrix, which quantifies how much charge moves from one domain to another.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0A256D6-A5C3-F4E3-04FC-582C4537C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noProof="0" smtClean="0"/>
              <a:t>5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15167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5745C-DC4D-12BF-C6D0-FBD972BF2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1F390FD-1CCF-C635-FE63-2E4DB9885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C8FE9EA-B4A7-D053-B576-E7B9B4E6B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42DD08B-1EA3-9A1C-9895-4EC2946B3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noProof="0" smtClean="0"/>
              <a:t>6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51189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indent="0" rtl="0">
              <a:buFont typeface="Arial" panose="020B0604020202020204" pitchFamily="34" charset="0"/>
              <a:buNone/>
            </a:pPr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4310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C650A-58B8-4BAA-3989-39EB4DDE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C3F3B82-5968-76A7-9319-2B046FCE0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04ABC1B-1875-9414-818C-074E484A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</a:t>
            </a:r>
            <a:r>
              <a:rPr lang="en-US" dirty="0" err="1"/>
              <a:t>PyBest</a:t>
            </a:r>
            <a:r>
              <a:rPr lang="en-US" dirty="0"/>
              <a:t> property—from energy computations to our CT analysis—follows the same standardized lifecycle defined 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PropertyBase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starts by unpacking molecular data, prepares intermediate tensors, performs the actual computation, and finally stores the results in a shared checkpoint file.</a:t>
            </a:r>
            <a:br>
              <a:rPr lang="en-US" dirty="0"/>
            </a:br>
            <a:r>
              <a:rPr lang="en-US" dirty="0"/>
              <a:t>This unified design is what lets new properties like </a:t>
            </a:r>
            <a:r>
              <a:rPr lang="en-US" dirty="0" err="1"/>
              <a:t>CTProperty</a:t>
            </a:r>
            <a:r>
              <a:rPr lang="en-US" dirty="0"/>
              <a:t> integrate seamlessly into the </a:t>
            </a:r>
            <a:r>
              <a:rPr lang="en-US" dirty="0" err="1"/>
              <a:t>PyBest</a:t>
            </a:r>
            <a:r>
              <a:rPr lang="en-US" dirty="0"/>
              <a:t> framework.”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C9A6360-2EEA-D673-C4A6-D8ADD52EE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noProof="0" smtClean="0"/>
              <a:t>8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4997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AFBD-A132-2E0C-A407-259ECC879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34BA4F7-5769-2075-D349-629B0B974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5B89B99-CC52-103E-CF67-E4F0A753B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previous slide we saw the generic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PropertyBase</a:t>
            </a:r>
            <a:r>
              <a:rPr lang="en-US" dirty="0"/>
              <a:t> pipeline. </a:t>
            </a:r>
            <a:endParaRPr lang="pl-PL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CTProperty</a:t>
            </a:r>
            <a:r>
              <a:rPr lang="en-US" dirty="0"/>
              <a:t> plugs straight into that: it seeds the checkpoint from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IOData</a:t>
            </a:r>
            <a:r>
              <a:rPr lang="en-US" dirty="0"/>
              <a:t>, computes </a:t>
            </a:r>
            <a:r>
              <a:rPr lang="en-US" dirty="0" err="1"/>
              <a:t>MO→domain</a:t>
            </a:r>
            <a:r>
              <a:rPr lang="en-US" dirty="0"/>
              <a:t> weights, then aggregates CI into the final CT matrix. </a:t>
            </a:r>
            <a:endParaRPr lang="pl-PL" dirty="0"/>
          </a:p>
          <a:p>
            <a:r>
              <a:rPr lang="pl-PL" dirty="0"/>
              <a:t>Y</a:t>
            </a:r>
            <a:r>
              <a:rPr lang="en-US" dirty="0"/>
              <a:t>instantiate and </a:t>
            </a:r>
            <a:r>
              <a:rPr lang="en-US" b="1" dirty="0"/>
              <a:t>call</a:t>
            </a:r>
            <a:r>
              <a:rPr lang="en-US" dirty="0"/>
              <a:t> it with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IOData</a:t>
            </a:r>
            <a:r>
              <a:rPr lang="en-US" dirty="0"/>
              <a:t> plus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domains</a:t>
            </a:r>
            <a:r>
              <a:rPr lang="en-US" dirty="0"/>
              <a:t>; if the </a:t>
            </a:r>
            <a:r>
              <a:rPr lang="en-US" dirty="0" err="1"/>
              <a:t>xyz</a:t>
            </a:r>
            <a:r>
              <a:rPr lang="en-US" dirty="0"/>
              <a:t> isn’t fully labeled, the GUI completes it.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A2B8846-34EC-6D42-3141-AB8FCD4DC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noProof="0" smtClean="0"/>
              <a:t>9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96876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5805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CLI wraps our </a:t>
            </a:r>
            <a:r>
              <a:rPr lang="en-US" dirty="0" err="1"/>
              <a:t>CTProperty</a:t>
            </a:r>
            <a:r>
              <a:rPr lang="en-US" dirty="0"/>
              <a:t> into a simple standalone tool.</a:t>
            </a:r>
            <a:br>
              <a:rPr lang="en-US" dirty="0"/>
            </a:br>
            <a:r>
              <a:rPr lang="en-US" dirty="0"/>
              <a:t>You can run it fully headless if your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xyz</a:t>
            </a:r>
            <a:r>
              <a:rPr lang="en-US" dirty="0"/>
              <a:t> already contains domain labels, or use it as a lightweight GUI launcher to create labeled inputs.</a:t>
            </a:r>
            <a:br>
              <a:rPr lang="en-US" dirty="0"/>
            </a:br>
            <a:r>
              <a:rPr lang="en-US" dirty="0"/>
              <a:t>It’s perfect for batch runs or quick visualization tests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noProof="0" smtClean="0"/>
              <a:t>11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30521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5341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1FE5-774A-1B64-4A7A-4BED17637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EA50745-731D-6298-6D43-FC5C24529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1F897BD-245E-B271-6D81-344F11276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Provides a </a:t>
            </a:r>
            <a:r>
              <a:rPr lang="en-US" b="1" dirty="0"/>
              <a:t>visual way to assign atoms to user-defined domains</a:t>
            </a:r>
            <a:r>
              <a:rPr lang="en-US" dirty="0"/>
              <a:t>.</a:t>
            </a:r>
          </a:p>
          <a:p>
            <a:r>
              <a:rPr lang="en-US" dirty="0"/>
              <a:t>Automatically opens when domain labels in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xyz</a:t>
            </a:r>
            <a:r>
              <a:rPr lang="en-US" dirty="0"/>
              <a:t> are </a:t>
            </a:r>
            <a:r>
              <a:rPr lang="en-US" b="1" dirty="0"/>
              <a:t>missing or incomplete</a:t>
            </a:r>
            <a:r>
              <a:rPr lang="en-US" dirty="0"/>
              <a:t>.</a:t>
            </a:r>
          </a:p>
          <a:p>
            <a:r>
              <a:rPr lang="en-US" dirty="0"/>
              <a:t>Designed to ensure consistency between GUI actions and backend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DomainSpec</a:t>
            </a:r>
            <a:r>
              <a:rPr lang="en-US" dirty="0"/>
              <a:t> data.</a:t>
            </a:r>
          </a:p>
          <a:p>
            <a:r>
              <a:rPr lang="en-US" dirty="0"/>
              <a:t>Shares the </a:t>
            </a:r>
            <a:r>
              <a:rPr lang="en-US" b="1" dirty="0"/>
              <a:t>same CT computation backend</a:t>
            </a:r>
            <a:r>
              <a:rPr lang="en-US" dirty="0"/>
              <a:t> — only the interaction layer changes.</a:t>
            </a:r>
          </a:p>
          <a:p>
            <a:pPr rtl="0"/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Export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option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b="1" dirty="0" err="1"/>
              <a:t>Qt</a:t>
            </a:r>
            <a:r>
              <a:rPr lang="pl-PL" b="1" dirty="0"/>
              <a:t> + 3Dmol.js</a:t>
            </a:r>
            <a:r>
              <a:rPr lang="pl-PL" dirty="0"/>
              <a:t> </a:t>
            </a:r>
            <a:r>
              <a:rPr lang="pl-PL" dirty="0" err="1"/>
              <a:t>integration</a:t>
            </a:r>
            <a:r>
              <a:rPr lang="pl-PL" dirty="0"/>
              <a:t> via </a:t>
            </a:r>
            <a:r>
              <a:rPr lang="pl-PL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QtWebEngine</a:t>
            </a:r>
            <a:r>
              <a:rPr lang="pl-PL" dirty="0"/>
              <a:t>.</a:t>
            </a:r>
          </a:p>
          <a:p>
            <a:r>
              <a:rPr lang="pl-PL" b="1" dirty="0" err="1"/>
              <a:t>WebChannel</a:t>
            </a:r>
            <a:r>
              <a:rPr lang="pl-PL" b="1" dirty="0"/>
              <a:t> </a:t>
            </a:r>
            <a:r>
              <a:rPr lang="pl-PL" b="1" dirty="0" err="1"/>
              <a:t>bridge</a:t>
            </a:r>
            <a:r>
              <a:rPr lang="pl-PL" dirty="0"/>
              <a:t> </a:t>
            </a:r>
            <a:r>
              <a:rPr lang="pl-PL" dirty="0" err="1"/>
              <a:t>enables</a:t>
            </a:r>
            <a:r>
              <a:rPr lang="pl-PL" dirty="0"/>
              <a:t> real-</a:t>
            </a:r>
            <a:r>
              <a:rPr lang="pl-PL" dirty="0" err="1"/>
              <a:t>time</a:t>
            </a:r>
            <a:r>
              <a:rPr lang="pl-PL" dirty="0"/>
              <a:t> </a:t>
            </a:r>
            <a:r>
              <a:rPr lang="pl-PL" dirty="0" err="1"/>
              <a:t>communication</a:t>
            </a:r>
            <a:r>
              <a:rPr lang="pl-PL" dirty="0"/>
              <a:t> </a:t>
            </a:r>
            <a:r>
              <a:rPr lang="pl-PL" dirty="0" err="1"/>
              <a:t>between</a:t>
            </a:r>
            <a:r>
              <a:rPr lang="pl-PL" dirty="0"/>
              <a:t> </a:t>
            </a:r>
            <a:r>
              <a:rPr lang="pl-PL" dirty="0" err="1"/>
              <a:t>Python</a:t>
            </a:r>
            <a:r>
              <a:rPr lang="pl-PL" dirty="0"/>
              <a:t> and JavaScript.</a:t>
            </a:r>
          </a:p>
          <a:p>
            <a:r>
              <a:rPr lang="pl-PL" dirty="0"/>
              <a:t>Atom </a:t>
            </a:r>
            <a:r>
              <a:rPr lang="pl-PL" dirty="0" err="1"/>
              <a:t>picking</a:t>
            </a:r>
            <a:r>
              <a:rPr lang="pl-PL" dirty="0"/>
              <a:t> → </a:t>
            </a:r>
            <a:r>
              <a:rPr lang="pl-PL" dirty="0" err="1"/>
              <a:t>sends</a:t>
            </a:r>
            <a:r>
              <a:rPr lang="pl-PL" dirty="0"/>
              <a:t> index to </a:t>
            </a:r>
            <a:r>
              <a:rPr lang="pl-PL" dirty="0" err="1"/>
              <a:t>Python</a:t>
            </a:r>
            <a:r>
              <a:rPr lang="pl-PL" dirty="0"/>
              <a:t> → </a:t>
            </a:r>
            <a:r>
              <a:rPr lang="pl-PL" dirty="0" err="1"/>
              <a:t>recolored</a:t>
            </a:r>
            <a:r>
              <a:rPr lang="pl-PL" dirty="0"/>
              <a:t> in JS </a:t>
            </a:r>
            <a:r>
              <a:rPr lang="pl-PL" dirty="0" err="1"/>
              <a:t>viewer</a:t>
            </a:r>
            <a:r>
              <a:rPr lang="pl-PL" dirty="0"/>
              <a:t>.</a:t>
            </a:r>
          </a:p>
          <a:p>
            <a:r>
              <a:rPr lang="pl-PL" dirty="0"/>
              <a:t>Live </a:t>
            </a:r>
            <a:r>
              <a:rPr lang="pl-PL" dirty="0" err="1"/>
              <a:t>counter</a:t>
            </a:r>
            <a:r>
              <a:rPr lang="pl-PL" dirty="0"/>
              <a:t> </a:t>
            </a:r>
            <a:r>
              <a:rPr lang="pl-PL" dirty="0" err="1"/>
              <a:t>shows</a:t>
            </a:r>
            <a:r>
              <a:rPr lang="pl-PL" dirty="0"/>
              <a:t> </a:t>
            </a:r>
            <a:r>
              <a:rPr lang="pl-PL" i="1" dirty="0"/>
              <a:t>“</a:t>
            </a:r>
            <a:r>
              <a:rPr lang="pl-PL" i="1" dirty="0" err="1"/>
              <a:t>Assigned</a:t>
            </a:r>
            <a:r>
              <a:rPr lang="pl-PL" i="1" dirty="0"/>
              <a:t> X / N”</a:t>
            </a:r>
            <a:r>
              <a:rPr lang="pl-PL" dirty="0"/>
              <a:t> </a:t>
            </a:r>
            <a:r>
              <a:rPr lang="pl-PL" dirty="0" err="1"/>
              <a:t>until</a:t>
            </a:r>
            <a:r>
              <a:rPr lang="pl-PL" dirty="0"/>
              <a:t> </a:t>
            </a:r>
            <a:r>
              <a:rPr lang="pl-PL" dirty="0" err="1"/>
              <a:t>all</a:t>
            </a:r>
            <a:r>
              <a:rPr lang="pl-PL" dirty="0"/>
              <a:t> </a:t>
            </a:r>
            <a:r>
              <a:rPr lang="pl-PL" dirty="0" err="1"/>
              <a:t>domains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defined</a:t>
            </a:r>
            <a:r>
              <a:rPr lang="pl-PL" dirty="0"/>
              <a:t>.</a:t>
            </a:r>
          </a:p>
          <a:p>
            <a:r>
              <a:rPr lang="pl-PL" dirty="0"/>
              <a:t>Same </a:t>
            </a:r>
            <a:r>
              <a:rPr lang="pl-PL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DomainSpec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serialized</a:t>
            </a:r>
            <a:r>
              <a:rPr lang="pl-PL" dirty="0"/>
              <a:t> and </a:t>
            </a:r>
            <a:r>
              <a:rPr lang="pl-PL" dirty="0" err="1"/>
              <a:t>reused</a:t>
            </a:r>
            <a:r>
              <a:rPr lang="pl-PL" dirty="0"/>
              <a:t> by </a:t>
            </a:r>
            <a:r>
              <a:rPr lang="pl-PL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CTProperty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the CLI.</a:t>
            </a:r>
          </a:p>
          <a:p>
            <a:pPr rtl="0"/>
            <a:b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/>
              <a:t>This GUI uses a </a:t>
            </a:r>
            <a:r>
              <a:rPr lang="en-US" dirty="0" err="1"/>
              <a:t>WebChannel</a:t>
            </a:r>
            <a:r>
              <a:rPr lang="en-US" dirty="0"/>
              <a:t> bridge between 3Dmol.js and PySide6.</a:t>
            </a:r>
            <a:br>
              <a:rPr lang="en-US" dirty="0"/>
            </a:br>
            <a:r>
              <a:rPr lang="en-US" dirty="0"/>
              <a:t>When a user clicks an atom in the viewer, JavaScript sends the atom index to Python, which assigns it to the active domain and immediately recolors it back in the viewer.</a:t>
            </a:r>
            <a:br>
              <a:rPr lang="en-US" dirty="0"/>
            </a:br>
            <a:r>
              <a:rPr lang="en-US" dirty="0"/>
              <a:t>Once all atoms are assigned, the resulting domain map is passed to the </a:t>
            </a:r>
            <a:r>
              <a:rPr lang="en-US" dirty="0" err="1"/>
              <a:t>CTProperty</a:t>
            </a:r>
            <a:r>
              <a:rPr lang="en-US" dirty="0"/>
              <a:t> backend for charge-transfer computation.</a:t>
            </a:r>
            <a:br>
              <a:rPr lang="en-US" dirty="0"/>
            </a:br>
            <a:r>
              <a:rPr lang="en-US" dirty="0"/>
              <a:t>It’s one of our first truly interactive </a:t>
            </a:r>
            <a:r>
              <a:rPr lang="en-US" dirty="0" err="1"/>
              <a:t>PyBest</a:t>
            </a:r>
            <a:r>
              <a:rPr lang="en-US" dirty="0"/>
              <a:t> components</a:t>
            </a:r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A95C99F-3BF1-7561-A0F6-446515000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noProof="0" smtClean="0"/>
              <a:t>13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11494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5961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C809D-5504-3049-A623-FEC4B881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56DA64F-DF0F-E9C7-DD59-B1BBE91B7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507D534-76EB-C175-81E2-EBDAABF48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CLI wraps our </a:t>
            </a:r>
            <a:r>
              <a:rPr lang="en-US" dirty="0" err="1"/>
              <a:t>CTProperty</a:t>
            </a:r>
            <a:r>
              <a:rPr lang="en-US" dirty="0"/>
              <a:t> into a simple standalone tool.</a:t>
            </a:r>
            <a:br>
              <a:rPr lang="en-US" dirty="0"/>
            </a:br>
            <a:r>
              <a:rPr lang="en-US" dirty="0"/>
              <a:t>You can run it fully headless if your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xyz</a:t>
            </a:r>
            <a:r>
              <a:rPr lang="en-US" dirty="0"/>
              <a:t> already contains domain labels, or use it as a lightweight GUI launcher to create labeled inputs.</a:t>
            </a:r>
            <a:br>
              <a:rPr lang="en-US" dirty="0"/>
            </a:br>
            <a:r>
              <a:rPr lang="en-US" dirty="0"/>
              <a:t>It’s perfect for batch runs or quick visualization tests</a:t>
            </a:r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7049510-2588-3D9B-8068-0DD25F87F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noProof="0" smtClean="0"/>
              <a:t>15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903396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4644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D51977-AFD3-4906-A464-3356BE86713F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15281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A08976F-5103-4B60-9698-B3CBCEAA5A20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130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05B712-7E97-4A7A-B203-AC060884987C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08927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8B32A2-2AD1-4C93-BDB7-82DB29E745EB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1380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8F07CE-77C5-4E62-B332-06F09E55C5E5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2586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A48399-4B09-40FE-BAD6-60CD2D8C5191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6839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63692-C192-46F8-8745-BEDD3FFBC95F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217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10968E-42B4-495F-9585-C12587996C9C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0898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A13897-3E29-44B2-9482-FF707DDBBCB2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7908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159452-3878-4479-850A-10341FA79439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6740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829CF0-1B4B-4986-841F-7369F92EEE33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024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6D695F4-B153-42CA-BA50-31F1733A3166}" type="datetime1">
              <a:rPr lang="pl-PL" noProof="0" smtClean="0"/>
              <a:t>28.10.2025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1060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1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5" Type="http://schemas.openxmlformats.org/officeDocument/2006/relationships/image" Target="../media/image17.png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2.svg"/><Relationship Id="rId4" Type="http://schemas.openxmlformats.org/officeDocument/2006/relationships/image" Target="../media/image8.sv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a 10" descr="Książki na półce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1" y="982364"/>
            <a:ext cx="2659472" cy="2659472"/>
          </a:xfrm>
          <a:prstGeom prst="rect">
            <a:avLst/>
          </a:prstGeom>
        </p:spPr>
      </p:pic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a 4" descr="Cza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0143" y="983211"/>
            <a:ext cx="2646677" cy="2646677"/>
          </a:xfrm>
          <a:prstGeom prst="rect">
            <a:avLst/>
          </a:prstGeom>
        </p:spPr>
      </p:pic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a 6" descr="Ramka tablicy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56859" y="982364"/>
            <a:ext cx="2648371" cy="2648371"/>
          </a:xfrm>
          <a:prstGeom prst="rect">
            <a:avLst/>
          </a:prstGeom>
        </p:spPr>
      </p:pic>
      <p:cxnSp>
        <p:nvCxnSpPr>
          <p:cNvPr id="22" name="Łącznik prosty 21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a 8" descr="Otwarta książka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25269" y="1004677"/>
            <a:ext cx="2648372" cy="2648372"/>
          </a:xfrm>
          <a:prstGeom prst="rect">
            <a:avLst/>
          </a:prstGeom>
        </p:spPr>
      </p:pic>
      <p:sp>
        <p:nvSpPr>
          <p:cNvPr id="18" name="Prostokąt 17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38" y="4756638"/>
            <a:ext cx="11139854" cy="930447"/>
          </a:xfrm>
        </p:spPr>
        <p:txBody>
          <a:bodyPr rtlCol="0">
            <a:noAutofit/>
          </a:bodyPr>
          <a:lstStyle/>
          <a:p>
            <a:pPr rtl="0"/>
            <a:r>
              <a:rPr lang="pl-PL" sz="3800" dirty="0">
                <a:solidFill>
                  <a:srgbClr val="FFFFFF"/>
                </a:solidFill>
                <a:latin typeface="Franklin Gothic Book" panose="020B0503020102020204" pitchFamily="34" charset="0"/>
                <a:cs typeface="Segoe UI" panose="020B0502040204020203" pitchFamily="34" charset="0"/>
              </a:rPr>
              <a:t>Domain </a:t>
            </a:r>
            <a:r>
              <a:rPr lang="en-US" sz="3800" dirty="0">
                <a:solidFill>
                  <a:srgbClr val="FFFFFF"/>
                </a:solidFill>
                <a:latin typeface="Franklin Gothic Book" panose="020B0503020102020204" pitchFamily="34" charset="0"/>
                <a:cs typeface="Segoe UI" panose="020B0502040204020203" pitchFamily="34" charset="0"/>
              </a:rPr>
              <a:t>Charge Transfer Analysis Feature  Development</a:t>
            </a:r>
            <a:endParaRPr lang="pl-PL" sz="3800" dirty="0">
              <a:solidFill>
                <a:srgbClr val="FFFFFF"/>
              </a:solidFill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odtytuł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362" y="5815698"/>
            <a:ext cx="9144000" cy="420001"/>
          </a:xfrm>
        </p:spPr>
        <p:txBody>
          <a:bodyPr rtlCol="0">
            <a:normAutofit/>
          </a:bodyPr>
          <a:lstStyle/>
          <a:p>
            <a:pPr rtl="0"/>
            <a:r>
              <a:rPr lang="pl-PL" sz="2000" dirty="0">
                <a:solidFill>
                  <a:srgbClr val="E7E6E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Julia Szczuczko</a:t>
            </a:r>
          </a:p>
        </p:txBody>
      </p:sp>
    </p:spTree>
    <p:extLst>
      <p:ext uri="{BB962C8B-B14F-4D97-AF65-F5344CB8AC3E}">
        <p14:creationId xmlns:p14="http://schemas.microsoft.com/office/powerpoint/2010/main" val="237296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A00C6B-0532-0AA8-DE60-C26B07D0A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4" y="1708218"/>
            <a:ext cx="4946374" cy="2686188"/>
          </a:xfrm>
        </p:spPr>
        <p:txBody>
          <a:bodyPr>
            <a:norm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From </a:t>
            </a:r>
            <a:r>
              <a:rPr lang="en-US" i="1" dirty="0">
                <a:latin typeface="Franklin Gothic Book" panose="020B0503020102020204" pitchFamily="34" charset="0"/>
              </a:rPr>
              <a:t>computational backend </a:t>
            </a:r>
            <a:r>
              <a:rPr lang="en-US" dirty="0">
                <a:latin typeface="Franklin Gothic Book" panose="020B0503020102020204" pitchFamily="34" charset="0"/>
              </a:rPr>
              <a:t>to </a:t>
            </a:r>
            <a:r>
              <a:rPr lang="en-US" i="1" dirty="0">
                <a:latin typeface="Franklin Gothic Book" panose="020B0503020102020204" pitchFamily="34" charset="0"/>
              </a:rPr>
              <a:t>user interaction</a:t>
            </a:r>
            <a:endParaRPr lang="pl-PL" i="1" dirty="0">
              <a:latin typeface="Franklin Gothic Book" panose="020B0503020102020204" pitchFamily="34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438AD60-27A0-7296-5425-D6E66D6F20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6251090"/>
              </p:ext>
            </p:extLst>
          </p:nvPr>
        </p:nvGraphicFramePr>
        <p:xfrm>
          <a:off x="3634408" y="396253"/>
          <a:ext cx="8557592" cy="53101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70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DE5079-B185-4DE0-AF2C-AE4B7709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214" y="2694018"/>
            <a:ext cx="4889021" cy="1469965"/>
          </a:xfrm>
        </p:spPr>
        <p:txBody>
          <a:bodyPr rtlCol="0" anchor="ctr">
            <a:normAutofit/>
          </a:bodyPr>
          <a:lstStyle/>
          <a:p>
            <a:r>
              <a:rPr lang="pl-PL" dirty="0" err="1">
                <a:latin typeface="Franklin Gothic Book" panose="020B0503020102020204" pitchFamily="34" charset="0"/>
                <a:cs typeface="Segoe UI" panose="020B0502040204020203" pitchFamily="34" charset="0"/>
              </a:rPr>
              <a:t>Core</a:t>
            </a:r>
            <a:r>
              <a:rPr lang="pl-PL" dirty="0">
                <a:latin typeface="Franklin Gothic Book" panose="020B0503020102020204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Franklin Gothic Book" panose="020B0503020102020204" pitchFamily="34" charset="0"/>
                <a:cs typeface="Segoe UI" panose="020B0502040204020203" pitchFamily="34" charset="0"/>
              </a:rPr>
              <a:t>Utility</a:t>
            </a:r>
            <a:r>
              <a:rPr lang="pl-PL" dirty="0">
                <a:latin typeface="Franklin Gothic Book" panose="020B0503020102020204" pitchFamily="34" charset="0"/>
                <a:cs typeface="Segoe UI" panose="020B0502040204020203" pitchFamily="34" charset="0"/>
              </a:rPr>
              <a:t> &amp; Domain </a:t>
            </a:r>
            <a:r>
              <a:rPr lang="pl-PL" dirty="0" err="1">
                <a:latin typeface="Franklin Gothic Book" panose="020B0503020102020204" pitchFamily="34" charset="0"/>
                <a:cs typeface="Segoe UI" panose="020B0502040204020203" pitchFamily="34" charset="0"/>
              </a:rPr>
              <a:t>Logic</a:t>
            </a:r>
            <a:endParaRPr lang="pl-PL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Zawartość — symbol zastępczy 4" descr="Szale Sprawiedliwości">
            <a:extLst>
              <a:ext uri="{FF2B5EF4-FFF2-40B4-BE49-F238E27FC236}">
                <a16:creationId xmlns:a16="http://schemas.microsoft.com/office/drawing/2014/main" id="{53025FED-9BCD-4BE9-B74C-707E5FD74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880360"/>
            <a:ext cx="1097280" cy="1097280"/>
          </a:xfrm>
          <a:prstGeom prst="rect">
            <a:avLst/>
          </a:prstGeom>
        </p:spPr>
      </p:pic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89B4E0E8-07C8-4A23-99E2-20D6DFD6F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15" y="4352917"/>
            <a:ext cx="4384216" cy="16887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Computational</a:t>
            </a:r>
            <a:r>
              <a:rPr lang="pl-PL" sz="1600" dirty="0">
                <a:latin typeface="Segoe UI" panose="020B0502040204020203" pitchFamily="34" charset="0"/>
                <a:cs typeface="Segoe UI" panose="020B0502040204020203" pitchFamily="34" charset="0"/>
              </a:rPr>
              <a:t> backend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How the core charge-transfer logic works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DomainSpec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CT matrix, analysis principles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Zawartość — symbol zastępczy 4">
            <a:extLst>
              <a:ext uri="{FF2B5EF4-FFF2-40B4-BE49-F238E27FC236}">
                <a16:creationId xmlns:a16="http://schemas.microsoft.com/office/drawing/2014/main" id="{17062073-5027-4AA3-AB16-4D2C8C505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3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AB1D-2EEA-C651-27F8-24DCD5D1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D2C8AA-117A-A9A5-13D5-0EAF0757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65407"/>
          </a:xfrm>
        </p:spPr>
        <p:txBody>
          <a:bodyPr>
            <a:normAutofit/>
          </a:bodyPr>
          <a:lstStyle/>
          <a:p>
            <a:pPr algn="ctr"/>
            <a:r>
              <a:rPr lang="pl-PL" dirty="0">
                <a:latin typeface="Franklin Gothic Book" panose="020B0503020102020204" pitchFamily="34" charset="0"/>
              </a:rPr>
              <a:t>Charge Transfer Analysis</a:t>
            </a:r>
            <a:endParaRPr lang="pl-PL" i="1" dirty="0">
              <a:latin typeface="Franklin Gothic Book" panose="020B050302010202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D16E2D0-2536-3C95-74C0-B567CB72B4C1}"/>
              </a:ext>
            </a:extLst>
          </p:cNvPr>
          <p:cNvSpPr txBox="1"/>
          <p:nvPr/>
        </p:nvSpPr>
        <p:spPr>
          <a:xfrm>
            <a:off x="447263" y="1263581"/>
            <a:ext cx="292210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What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b="1" dirty="0">
                <a:latin typeface="Segoe UI" panose="020B0502040204020203" pitchFamily="34" charset="0"/>
                <a:cs typeface="Segoe UI" panose="020B0502040204020203" pitchFamily="34" charset="0"/>
              </a:rPr>
              <a:t>CT Analysis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  <a:p>
            <a:endParaRPr lang="pl-PL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Quantifies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pl-PL" i="1" dirty="0">
                <a:latin typeface="Segoe UI" panose="020B0502040204020203" pitchFamily="34" charset="0"/>
                <a:cs typeface="Segoe UI" panose="020B0502040204020203" pitchFamily="34" charset="0"/>
              </a:rPr>
              <a:t> much 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electronic</a:t>
            </a:r>
            <a:r>
              <a:rPr lang="pl-PL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charge</a:t>
            </a:r>
            <a:r>
              <a:rPr lang="pl-PL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moves</a:t>
            </a:r>
            <a:r>
              <a:rPr lang="pl-PL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between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predefined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molecular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domains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Essential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for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studying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excitation</a:t>
            </a:r>
            <a:r>
              <a:rPr lang="pl-PL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character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l-PL" i="1" dirty="0">
                <a:latin typeface="Segoe UI" panose="020B0502040204020203" pitchFamily="34" charset="0"/>
                <a:cs typeface="Segoe UI" panose="020B0502040204020203" pitchFamily="34" charset="0"/>
              </a:rPr>
              <a:t>donor–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acceptor</a:t>
            </a:r>
            <a:r>
              <a:rPr lang="pl-PL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systems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, and 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intermolecular</a:t>
            </a:r>
            <a:r>
              <a:rPr lang="pl-PL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charge</a:t>
            </a:r>
            <a:r>
              <a:rPr lang="pl-PL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i="1" dirty="0" err="1">
                <a:latin typeface="Segoe UI" panose="020B0502040204020203" pitchFamily="34" charset="0"/>
                <a:cs typeface="Segoe UI" panose="020B0502040204020203" pitchFamily="34" charset="0"/>
              </a:rPr>
              <a:t>flow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Represents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as a Charge Transfer matrix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each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element CT(A→B)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measures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transfer from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domain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A to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domain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B.</a:t>
            </a:r>
          </a:p>
          <a:p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F83B16CD-60B8-041E-8438-E54BE6C64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190" y="1482241"/>
            <a:ext cx="7864547" cy="429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C86DFD4F-6334-05C3-C213-B1CF8F69BD75}"/>
              </a:ext>
            </a:extLst>
          </p:cNvPr>
          <p:cNvSpPr txBox="1"/>
          <p:nvPr/>
        </p:nvSpPr>
        <p:spPr>
          <a:xfrm>
            <a:off x="3880190" y="5860236"/>
            <a:ext cx="78645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Segoe UI" panose="020B0502040204020203" pitchFamily="34" charset="0"/>
                <a:cs typeface="Segoe UI" panose="020B0502040204020203" pitchFamily="34" charset="0"/>
              </a:rPr>
              <a:t>Titov, Evgenii. "On the low-lying electronically excited states of azobenzene dimers: Transition density matrix analysis." Molecules 26.14 (2021): 4245.</a:t>
            </a:r>
            <a:endParaRPr lang="pl-PL" sz="9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35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1400-31E0-E3AC-A807-85A76C32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26307E-0B63-2F5E-B0B8-951042F1D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6540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ranklin Gothic Book" panose="020B0503020102020204" pitchFamily="34" charset="0"/>
              </a:rPr>
              <a:t>Backend Utility Logic</a:t>
            </a:r>
            <a:endParaRPr lang="pl-PL" i="1" dirty="0">
              <a:latin typeface="Franklin Gothic Book" panose="020B0503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Diagram 10">
                <a:extLst>
                  <a:ext uri="{FF2B5EF4-FFF2-40B4-BE49-F238E27FC236}">
                    <a16:creationId xmlns:a16="http://schemas.microsoft.com/office/drawing/2014/main" id="{285F1534-9D61-EFBC-90CE-73C118CD761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77307045"/>
                  </p:ext>
                </p:extLst>
              </p:nvPr>
            </p:nvGraphicFramePr>
            <p:xfrm>
              <a:off x="-175038" y="1047657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11" name="Diagram 10">
                <a:extLst>
                  <a:ext uri="{FF2B5EF4-FFF2-40B4-BE49-F238E27FC236}">
                    <a16:creationId xmlns:a16="http://schemas.microsoft.com/office/drawing/2014/main" id="{285F1534-9D61-EFBC-90CE-73C118CD761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77307045"/>
                  </p:ext>
                </p:extLst>
              </p:nvPr>
            </p:nvGraphicFramePr>
            <p:xfrm>
              <a:off x="-175038" y="1047657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18BFA36-CAFE-45F8-E41E-0F0B185353DC}"/>
                  </a:ext>
                </a:extLst>
              </p:cNvPr>
              <p:cNvSpPr txBox="1"/>
              <p:nvPr/>
            </p:nvSpPr>
            <p:spPr>
              <a:xfrm>
                <a:off x="1679713" y="4184373"/>
                <a:ext cx="2365513" cy="717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𝐶𝑇</m:t>
                          </m:r>
                        </m:e>
                        <m:sub>
                          <m:r>
                            <a:rPr lang="pl-PL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l-PL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pl-PL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l-PL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pl-PL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l-PL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l-PL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pl-PL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l-PL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pl-PL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l-PL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pl-PL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pl-PL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pl-PL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l-PL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l-PL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l-PL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pl-PL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pl-PL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18BFA36-CAFE-45F8-E41E-0F0B18535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713" y="4184373"/>
                <a:ext cx="2365513" cy="7176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7F4A809-16EF-CE8B-9A8A-EDFC21801E08}"/>
                  </a:ext>
                </a:extLst>
              </p:cNvPr>
              <p:cNvSpPr txBox="1"/>
              <p:nvPr/>
            </p:nvSpPr>
            <p:spPr>
              <a:xfrm>
                <a:off x="5406887" y="1047657"/>
                <a:ext cx="2546075" cy="2053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Transformation of atomic orbitals into molecular orbitals</a:t>
                </a:r>
                <a:endParaRPr lang="pl-PL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l-P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l-PL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l-PL" dirty="0"/>
                  <a:t> </a:t>
                </a:r>
                <a:r>
                  <a:rPr lang="pl-PL" dirty="0" err="1"/>
                  <a:t>coefficients</a:t>
                </a:r>
                <a:r>
                  <a:rPr lang="pl-PL" dirty="0"/>
                  <a:t> </a:t>
                </a:r>
                <a:r>
                  <a:rPr lang="pl-PL" dirty="0" err="1"/>
                  <a:t>describe</a:t>
                </a:r>
                <a:r>
                  <a:rPr lang="pl-PL" dirty="0"/>
                  <a:t> orbital </a:t>
                </a:r>
                <a:r>
                  <a:rPr lang="pl-PL" dirty="0" err="1"/>
                  <a:t>composition</a:t>
                </a:r>
                <a:endParaRPr lang="pl-PL" dirty="0"/>
              </a:p>
              <a:p>
                <a:endParaRPr lang="pl-PL" dirty="0"/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7F4A809-16EF-CE8B-9A8A-EDFC21801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887" y="1047657"/>
                <a:ext cx="2546075" cy="2053639"/>
              </a:xfrm>
              <a:prstGeom prst="rect">
                <a:avLst/>
              </a:prstGeom>
              <a:blipFill>
                <a:blip r:embed="rId13"/>
                <a:stretch>
                  <a:fillRect l="-1675" t="-178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3A3C224E-5B85-B097-6CAF-4CF9F71FF322}"/>
                  </a:ext>
                </a:extLst>
              </p:cNvPr>
              <p:cNvSpPr txBox="1"/>
              <p:nvPr/>
            </p:nvSpPr>
            <p:spPr>
              <a:xfrm>
                <a:off x="3888962" y="2935121"/>
                <a:ext cx="2365513" cy="602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3A3C224E-5B85-B097-6CAF-4CF9F71FF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62" y="2935121"/>
                <a:ext cx="2365513" cy="60292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23CFCC79-8911-10D6-3DE2-D6D9525A50DF}"/>
                  </a:ext>
                </a:extLst>
              </p:cNvPr>
              <p:cNvSpPr txBox="1"/>
              <p:nvPr/>
            </p:nvSpPr>
            <p:spPr>
              <a:xfrm>
                <a:off x="3888962" y="4179348"/>
                <a:ext cx="2365514" cy="763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𝑗𝐵</m:t>
                          </m:r>
                        </m:sub>
                      </m:sSub>
                      <m:r>
                        <a:rPr lang="pl-PL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pl-PL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l-PL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l-PL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l-PL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l-PL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l-PL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23CFCC79-8911-10D6-3DE2-D6D9525A5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62" y="4179348"/>
                <a:ext cx="2365514" cy="76302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pole tekstowe 21">
            <a:extLst>
              <a:ext uri="{FF2B5EF4-FFF2-40B4-BE49-F238E27FC236}">
                <a16:creationId xmlns:a16="http://schemas.microsoft.com/office/drawing/2014/main" id="{F2EF90A2-3981-AC44-8D2C-22A20425D04D}"/>
              </a:ext>
            </a:extLst>
          </p:cNvPr>
          <p:cNvSpPr txBox="1"/>
          <p:nvPr/>
        </p:nvSpPr>
        <p:spPr>
          <a:xfrm>
            <a:off x="5899976" y="4808034"/>
            <a:ext cx="2052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</a:t>
            </a:r>
            <a:r>
              <a:rPr lang="pl-PL" dirty="0"/>
              <a:t> </a:t>
            </a:r>
            <a:r>
              <a:rPr lang="en-US" dirty="0"/>
              <a:t>squared</a:t>
            </a:r>
            <a:endParaRPr lang="pl-PL" dirty="0"/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2109E4CB-A0AA-4B4D-4315-5EBB92139022}"/>
              </a:ext>
            </a:extLst>
          </p:cNvPr>
          <p:cNvSpPr txBox="1"/>
          <p:nvPr/>
        </p:nvSpPr>
        <p:spPr>
          <a:xfrm>
            <a:off x="5662265" y="515035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coefficients per</a:t>
            </a:r>
            <a:r>
              <a:rPr lang="pl-PL" dirty="0"/>
              <a:t> </a:t>
            </a:r>
            <a:r>
              <a:rPr lang="pl-PL" dirty="0" err="1"/>
              <a:t>domain</a:t>
            </a:r>
            <a:endParaRPr lang="pl-PL" dirty="0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AB902991-6CC0-6ACE-1987-340466222E3A}"/>
              </a:ext>
            </a:extLst>
          </p:cNvPr>
          <p:cNvSpPr txBox="1"/>
          <p:nvPr/>
        </p:nvSpPr>
        <p:spPr>
          <a:xfrm>
            <a:off x="5406887" y="5466020"/>
            <a:ext cx="7846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domain yields relative</a:t>
            </a:r>
            <a:endParaRPr lang="pl-PL" dirty="0"/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68585F89-3DED-8667-B086-6D58D5348DC4}"/>
              </a:ext>
            </a:extLst>
          </p:cNvPr>
          <p:cNvSpPr txBox="1"/>
          <p:nvPr/>
        </p:nvSpPr>
        <p:spPr>
          <a:xfrm>
            <a:off x="5406887" y="5735084"/>
            <a:ext cx="8532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c</a:t>
            </a:r>
            <a:r>
              <a:rPr lang="en-US" dirty="0" err="1"/>
              <a:t>ontribution</a:t>
            </a:r>
            <a:endParaRPr lang="pl-PL" dirty="0"/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2AE2E4C4-21E4-EC9B-F6CA-62234DB8E852}"/>
              </a:ext>
            </a:extLst>
          </p:cNvPr>
          <p:cNvSpPr txBox="1"/>
          <p:nvPr/>
        </p:nvSpPr>
        <p:spPr>
          <a:xfrm>
            <a:off x="8773494" y="1771831"/>
            <a:ext cx="27774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CT analysis combines orbital data with user-defined domains.</a:t>
            </a:r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each molecular orbital, atomic-orbital coefficients are summed within each domain.</a:t>
            </a:r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resulting weights are then aggregated into the CT matrix, quantifying how charge redistributes between fragments.</a:t>
            </a:r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798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9108-93BC-77A4-3ACE-6A532D2B9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Su Frame okap sufitowy - Autoryzowany sklep Ciarko Design">
            <a:extLst>
              <a:ext uri="{FF2B5EF4-FFF2-40B4-BE49-F238E27FC236}">
                <a16:creationId xmlns:a16="http://schemas.microsoft.com/office/drawing/2014/main" id="{10502E62-01A4-E94F-F97B-7BA342BB3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55066" y="-1722478"/>
            <a:ext cx="14600583" cy="1095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21DA220C-AD39-6996-4D72-519603B97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6540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Franklin Gothic Book" panose="020B0503020102020204" pitchFamily="34" charset="0"/>
              </a:rPr>
              <a:t>Implementation Highlights</a:t>
            </a:r>
            <a:endParaRPr lang="pl-PL" i="1" dirty="0">
              <a:latin typeface="Franklin Gothic Book" panose="020B050302010202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30D64FA-1E25-530D-E3FE-AFD4306820CB}"/>
              </a:ext>
            </a:extLst>
          </p:cNvPr>
          <p:cNvSpPr txBox="1"/>
          <p:nvPr/>
        </p:nvSpPr>
        <p:spPr>
          <a:xfrm>
            <a:off x="1065971" y="1906080"/>
            <a:ext cx="60976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Principles</a:t>
            </a:r>
            <a:endParaRPr lang="en-US" dirty="0">
              <a:solidFill>
                <a:srgbClr val="BF9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Modular design </a:t>
            </a: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→ reusable both in CLI/GUI and Property contexts.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Independent of </a:t>
            </a:r>
            <a:r>
              <a:rPr lang="en-US" i="1" dirty="0" err="1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PyB</a:t>
            </a:r>
            <a:r>
              <a:rPr lang="pl-PL" i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</a:t>
            </a:r>
            <a:r>
              <a:rPr lang="en-US" i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core </a:t>
            </a: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→ can be tested or executed standalone.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DomainSpec</a:t>
            </a: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→ manages atom-to-domain mapping, validation, and color assignments.</a:t>
            </a:r>
            <a:endParaRPr lang="pl-PL" dirty="0">
              <a:solidFill>
                <a:srgbClr val="BF9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BF9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Design Advantages</a:t>
            </a:r>
            <a:endParaRPr lang="en-US" dirty="0">
              <a:solidFill>
                <a:srgbClr val="BF9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Ensures </a:t>
            </a:r>
            <a:r>
              <a:rPr lang="en-US" i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reproducibility</a:t>
            </a: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clear </a:t>
            </a:r>
            <a:r>
              <a:rPr lang="en-US" i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separation</a:t>
            </a: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i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i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responsibility</a:t>
            </a: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Simplifies integration and future extension (e.g., GUI, scripting).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Enables </a:t>
            </a:r>
            <a:r>
              <a:rPr lang="en-US" i="1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consistent results </a:t>
            </a:r>
            <a:r>
              <a:rPr lang="en-US" dirty="0">
                <a:solidFill>
                  <a:srgbClr val="BF9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regardless of user interface.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17EC8AC-A187-EEEB-F439-0529F94F7F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5101614"/>
              </p:ext>
            </p:extLst>
          </p:nvPr>
        </p:nvGraphicFramePr>
        <p:xfrm>
          <a:off x="6749773" y="1439333"/>
          <a:ext cx="544222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pole tekstowe 5">
            <a:extLst>
              <a:ext uri="{FF2B5EF4-FFF2-40B4-BE49-F238E27FC236}">
                <a16:creationId xmlns:a16="http://schemas.microsoft.com/office/drawing/2014/main" id="{C1A5D636-F1FA-168F-B3F9-21BDFBE22B54}"/>
              </a:ext>
            </a:extLst>
          </p:cNvPr>
          <p:cNvSpPr txBox="1"/>
          <p:nvPr/>
        </p:nvSpPr>
        <p:spPr>
          <a:xfrm>
            <a:off x="6875736" y="3856278"/>
            <a:ext cx="18444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dirty="0"/>
              <a:t>CT Analysis </a:t>
            </a:r>
            <a:r>
              <a:rPr lang="pl-PL" dirty="0" err="1"/>
              <a:t>Utility</a:t>
            </a:r>
            <a:br>
              <a:rPr lang="pl-PL" dirty="0"/>
            </a:br>
            <a:r>
              <a:rPr lang="pl-PL" sz="1400" dirty="0"/>
              <a:t>/utility/ct_analysis.py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1832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34CEF4-01D3-4AF7-9E84-F43030AC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214" y="2694018"/>
            <a:ext cx="5048047" cy="1469965"/>
          </a:xfrm>
        </p:spPr>
        <p:txBody>
          <a:bodyPr rtlCol="0" anchor="ctr">
            <a:normAutofit/>
          </a:bodyPr>
          <a:lstStyle/>
          <a:p>
            <a:pPr rtl="0"/>
            <a:r>
              <a:rPr lang="pl-PL" dirty="0" err="1">
                <a:latin typeface="Franklin Gothic Book" panose="020B0503020102020204" pitchFamily="34" charset="0"/>
                <a:cs typeface="Segoe UI" panose="020B0502040204020203" pitchFamily="34" charset="0"/>
              </a:rPr>
              <a:t>PyBEST</a:t>
            </a:r>
            <a:r>
              <a:rPr lang="pl-PL" dirty="0">
                <a:latin typeface="Franklin Gothic Book" panose="020B0503020102020204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Franklin Gothic Book" panose="020B0503020102020204" pitchFamily="34" charset="0"/>
                <a:cs typeface="Segoe UI" panose="020B0502040204020203" pitchFamily="34" charset="0"/>
              </a:rPr>
              <a:t>integration</a:t>
            </a:r>
            <a:r>
              <a:rPr lang="pl-PL" dirty="0">
                <a:latin typeface="Franklin Gothic Book" panose="020B0503020102020204" pitchFamily="34" charset="0"/>
                <a:cs typeface="Segoe UI" panose="020B0502040204020203" pitchFamily="34" charset="0"/>
              </a:rPr>
              <a:t> (</a:t>
            </a:r>
            <a:r>
              <a:rPr lang="pl-PL" dirty="0" err="1">
                <a:latin typeface="Franklin Gothic Book" panose="020B0503020102020204" pitchFamily="34" charset="0"/>
                <a:cs typeface="Segoe UI" panose="020B0502040204020203" pitchFamily="34" charset="0"/>
              </a:rPr>
              <a:t>CTProperty</a:t>
            </a:r>
            <a:r>
              <a:rPr lang="pl-PL" dirty="0">
                <a:latin typeface="Franklin Gothic Book" panose="020B0503020102020204" pitchFamily="34" charset="0"/>
                <a:cs typeface="Segoe UI" panose="020B0502040204020203" pitchFamily="34" charset="0"/>
              </a:rPr>
              <a:t>)</a:t>
            </a:r>
          </a:p>
        </p:txBody>
      </p:sp>
      <p:pic>
        <p:nvPicPr>
          <p:cNvPr id="4" name="Grafika 3" descr="Książki na półce">
            <a:extLst>
              <a:ext uri="{FF2B5EF4-FFF2-40B4-BE49-F238E27FC236}">
                <a16:creationId xmlns:a16="http://schemas.microsoft.com/office/drawing/2014/main" id="{3DE94ADA-0031-43D4-A79A-B89B95993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880360"/>
            <a:ext cx="1097280" cy="1097280"/>
          </a:xfrm>
          <a:prstGeom prst="rect">
            <a:avLst/>
          </a:prstGeom>
        </p:spPr>
      </p:pic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31EFD88C-EC41-4850-9D1D-676D6AEE0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15" y="4352917"/>
            <a:ext cx="4384216" cy="16887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How the CT feature communicates with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PyB</a:t>
            </a:r>
            <a:r>
              <a:rPr lang="pl-PL" sz="1600" dirty="0">
                <a:latin typeface="Segoe UI" panose="020B0502040204020203" pitchFamily="34" charset="0"/>
                <a:cs typeface="Segoe UI" panose="020B0502040204020203" pitchFamily="34" charset="0"/>
              </a:rPr>
              <a:t>EST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’s internal framework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Unified lifecycle for setup, execution, and data export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Enables reuse across workflows and automated testing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984A409A-26BF-476C-858A-CFA0EBFAB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84EC2-FDBD-3B4B-38D8-C13A3AA4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7FDF58-67A5-89A3-89D6-E375C36EC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65407"/>
          </a:xfrm>
        </p:spPr>
        <p:txBody>
          <a:bodyPr>
            <a:normAutofit/>
          </a:bodyPr>
          <a:lstStyle/>
          <a:p>
            <a:pPr algn="ctr"/>
            <a:r>
              <a:rPr lang="pl-PL" dirty="0" err="1">
                <a:latin typeface="Franklin Gothic Book" panose="020B0503020102020204" pitchFamily="34" charset="0"/>
              </a:rPr>
              <a:t>PyBEST</a:t>
            </a:r>
            <a:r>
              <a:rPr lang="pl-PL" dirty="0">
                <a:latin typeface="Franklin Gothic Book" panose="020B0503020102020204" pitchFamily="34" charset="0"/>
              </a:rPr>
              <a:t> </a:t>
            </a:r>
            <a:r>
              <a:rPr lang="pl-PL" dirty="0" err="1">
                <a:latin typeface="Franklin Gothic Book" panose="020B0503020102020204" pitchFamily="34" charset="0"/>
              </a:rPr>
              <a:t>Property</a:t>
            </a:r>
            <a:r>
              <a:rPr lang="pl-PL" dirty="0">
                <a:latin typeface="Franklin Gothic Book" panose="020B0503020102020204" pitchFamily="34" charset="0"/>
              </a:rPr>
              <a:t> </a:t>
            </a:r>
            <a:r>
              <a:rPr lang="pl-PL" dirty="0" err="1">
                <a:latin typeface="Franklin Gothic Book" panose="020B0503020102020204" pitchFamily="34" charset="0"/>
              </a:rPr>
              <a:t>Workflow</a:t>
            </a:r>
            <a:endParaRPr lang="pl-PL" i="1" dirty="0">
              <a:latin typeface="Franklin Gothic Book" panose="020B0503020102020204" pitchFamily="34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492CC4D-9F18-7633-807E-3B9A4B0304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6562536"/>
              </p:ext>
            </p:extLst>
          </p:nvPr>
        </p:nvGraphicFramePr>
        <p:xfrm>
          <a:off x="214394" y="2240474"/>
          <a:ext cx="11763212" cy="5440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pole tekstowe 9">
            <a:extLst>
              <a:ext uri="{FF2B5EF4-FFF2-40B4-BE49-F238E27FC236}">
                <a16:creationId xmlns:a16="http://schemas.microsoft.com/office/drawing/2014/main" id="{481ECC8E-C53D-D712-C2EC-A5E74DBE73F9}"/>
              </a:ext>
            </a:extLst>
          </p:cNvPr>
          <p:cNvSpPr txBox="1"/>
          <p:nvPr/>
        </p:nvSpPr>
        <p:spPr>
          <a:xfrm>
            <a:off x="2134174" y="4539043"/>
            <a:ext cx="17888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property is instantiated and linked to molecular data and the checkpoint.</a:t>
            </a:r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63C1262-4B1C-F10A-EB7F-F56E63A1D9C5}"/>
              </a:ext>
            </a:extLst>
          </p:cNvPr>
          <p:cNvSpPr txBox="1"/>
          <p:nvPr/>
        </p:nvSpPr>
        <p:spPr>
          <a:xfrm>
            <a:off x="4132020" y="3582639"/>
            <a:ext cx="17679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unmask_args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() 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&amp;</a:t>
            </a:r>
          </a:p>
          <a:p>
            <a:pPr algn="ctr"/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read_input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() process property-specific options.</a:t>
            </a:r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29C5271-0C92-15C4-9B01-1C4BBBADCD40}"/>
              </a:ext>
            </a:extLst>
          </p:cNvPr>
          <p:cNvSpPr txBox="1"/>
          <p:nvPr/>
        </p:nvSpPr>
        <p:spPr>
          <a:xfrm>
            <a:off x="6279474" y="4565344"/>
            <a:ext cx="1561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Temporary tensors or integrals are built</a:t>
            </a:r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7896917-CE8B-21EE-B6DC-4085C0E4EB67}"/>
              </a:ext>
            </a:extLst>
          </p:cNvPr>
          <p:cNvSpPr txBox="1"/>
          <p:nvPr/>
        </p:nvSpPr>
        <p:spPr>
          <a:xfrm>
            <a:off x="136328" y="3674005"/>
            <a:ext cx="17888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Input wavefunction, basis, and orbital data from a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PyB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EST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computation.</a:t>
            </a:r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94DEFC7-434E-C375-64D4-374DE2E6C3E1}"/>
              </a:ext>
            </a:extLst>
          </p:cNvPr>
          <p:cNvSpPr txBox="1"/>
          <p:nvPr/>
        </p:nvSpPr>
        <p:spPr>
          <a:xfrm>
            <a:off x="8220131" y="4117483"/>
            <a:ext cx="16388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get_property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() performs the actual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analysi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s.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EA58D0A-9350-8B3F-15B5-0B5D8041EE2A}"/>
              </a:ext>
            </a:extLst>
          </p:cNvPr>
          <p:cNvSpPr txBox="1"/>
          <p:nvPr/>
        </p:nvSpPr>
        <p:spPr>
          <a:xfrm>
            <a:off x="10238440" y="4539043"/>
            <a:ext cx="15611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print_results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() outputs summaries; results stored in checkpoint </a:t>
            </a:r>
            <a:r>
              <a:rPr lang="en-US" dirty="0"/>
              <a:t>and optionally exported</a:t>
            </a:r>
            <a:r>
              <a:rPr lang="pl-PL" dirty="0"/>
              <a:t>.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62FD1C4-78B4-AC81-5064-ECB398CE85FB}"/>
              </a:ext>
            </a:extLst>
          </p:cNvPr>
          <p:cNvSpPr txBox="1"/>
          <p:nvPr/>
        </p:nvSpPr>
        <p:spPr>
          <a:xfrm>
            <a:off x="210350" y="1353464"/>
            <a:ext cx="524786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Properties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are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modular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computation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units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that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operate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finished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molecular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calculations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l-PL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Each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property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inherits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from </a:t>
            </a:r>
            <a:r>
              <a:rPr lang="pl-PL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PropertyBase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follows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pl-PL" b="1" dirty="0" err="1">
                <a:latin typeface="Segoe UI" panose="020B0502040204020203" pitchFamily="34" charset="0"/>
                <a:cs typeface="Segoe UI" panose="020B0502040204020203" pitchFamily="34" charset="0"/>
              </a:rPr>
              <a:t>standardized</a:t>
            </a:r>
            <a:r>
              <a:rPr lang="pl-PL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b="1" dirty="0" err="1">
                <a:latin typeface="Segoe UI" panose="020B0502040204020203" pitchFamily="34" charset="0"/>
                <a:cs typeface="Segoe UI" panose="020B0502040204020203" pitchFamily="34" charset="0"/>
              </a:rPr>
              <a:t>execution</a:t>
            </a:r>
            <a:r>
              <a:rPr lang="pl-PL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b="1" dirty="0" err="1">
                <a:latin typeface="Segoe UI" panose="020B0502040204020203" pitchFamily="34" charset="0"/>
                <a:cs typeface="Segoe UI" panose="020B0502040204020203" pitchFamily="34" charset="0"/>
              </a:rPr>
              <a:t>sequence</a:t>
            </a:r>
            <a:r>
              <a:rPr lang="pl-PL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(__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call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__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pipeline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1480F82-B38A-A137-1E6C-39E12DA52EA4}"/>
              </a:ext>
            </a:extLst>
          </p:cNvPr>
          <p:cNvSpPr txBox="1"/>
          <p:nvPr/>
        </p:nvSpPr>
        <p:spPr>
          <a:xfrm>
            <a:off x="6465379" y="1540188"/>
            <a:ext cx="52478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are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stored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in a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unified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checkpoint (</a:t>
            </a:r>
            <a:r>
              <a:rPr lang="pl-PL" b="1" dirty="0" err="1">
                <a:latin typeface="Segoe UI" panose="020B0502040204020203" pitchFamily="34" charset="0"/>
                <a:cs typeface="Segoe UI" panose="020B0502040204020203" pitchFamily="34" charset="0"/>
              </a:rPr>
              <a:t>IOData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) for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reuse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serialization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Enables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reproducible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analyses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, automation, and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consistent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testing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across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Segoe UI" panose="020B0502040204020203" pitchFamily="34" charset="0"/>
                <a:cs typeface="Segoe UI" panose="020B0502040204020203" pitchFamily="34" charset="0"/>
              </a:rPr>
              <a:t>PyBest</a:t>
            </a:r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cxnSp>
        <p:nvCxnSpPr>
          <p:cNvPr id="21" name="Łącznik prosty 20">
            <a:extLst>
              <a:ext uri="{FF2B5EF4-FFF2-40B4-BE49-F238E27FC236}">
                <a16:creationId xmlns:a16="http://schemas.microsoft.com/office/drawing/2014/main" id="{7034DCDE-77F4-DF17-D70E-CDDEF16C0674}"/>
              </a:ext>
            </a:extLst>
          </p:cNvPr>
          <p:cNvCxnSpPr>
            <a:cxnSpLocks/>
          </p:cNvCxnSpPr>
          <p:nvPr/>
        </p:nvCxnSpPr>
        <p:spPr>
          <a:xfrm>
            <a:off x="5961794" y="1311563"/>
            <a:ext cx="0" cy="173673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408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AFC64-2D0C-1AAD-00A4-1705BA9B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39AE02-A44B-6BAD-42C5-2FE0A1B5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1549" y="2400464"/>
            <a:ext cx="4426226" cy="235423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latin typeface="Franklin Gothic Book" panose="020B0503020102020204" pitchFamily="34" charset="0"/>
              </a:rPr>
              <a:t>CTProperty</a:t>
            </a:r>
            <a:r>
              <a:rPr lang="en-US" dirty="0">
                <a:latin typeface="Franklin Gothic Book" panose="020B0503020102020204" pitchFamily="34" charset="0"/>
              </a:rPr>
              <a:t> – Integration of Charge-Transfer Analysis</a:t>
            </a:r>
            <a:endParaRPr lang="pl-PL" dirty="0">
              <a:latin typeface="Franklin Gothic Book" panose="020B0503020102020204" pitchFamily="34" charset="0"/>
            </a:endParaRPr>
          </a:p>
        </p:txBody>
      </p: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DDF39772-8584-7C00-71B9-2E35DDE35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677" y="3728852"/>
            <a:ext cx="7767511" cy="2872915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BAFCB32-0964-4E89-6208-D3FC8743E4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3562405"/>
              </p:ext>
            </p:extLst>
          </p:nvPr>
        </p:nvGraphicFramePr>
        <p:xfrm>
          <a:off x="4134678" y="248711"/>
          <a:ext cx="7767511" cy="3328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56155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8F6D58-1A39-41ED-99F7-0CE9F03B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214" y="2694018"/>
            <a:ext cx="4889021" cy="1469965"/>
          </a:xfrm>
        </p:spPr>
        <p:txBody>
          <a:bodyPr rtlCol="0" anchor="ctr">
            <a:normAutofit/>
          </a:bodyPr>
          <a:lstStyle/>
          <a:p>
            <a:pPr rtl="0"/>
            <a:r>
              <a:rPr lang="pl-PL" dirty="0">
                <a:latin typeface="Franklin Gothic Book" panose="020B0503020102020204" pitchFamily="34" charset="0"/>
                <a:cs typeface="Segoe UI" panose="020B0502040204020203" pitchFamily="34" charset="0"/>
              </a:rPr>
              <a:t>CLI Interface (</a:t>
            </a:r>
            <a:r>
              <a:rPr lang="pl-PL" dirty="0" err="1">
                <a:latin typeface="Franklin Gothic Book" panose="020B0503020102020204" pitchFamily="34" charset="0"/>
                <a:cs typeface="Segoe UI" panose="020B0502040204020203" pitchFamily="34" charset="0"/>
              </a:rPr>
              <a:t>pybest-ct</a:t>
            </a:r>
            <a:r>
              <a:rPr lang="pl-PL" dirty="0">
                <a:latin typeface="Franklin Gothic Book" panose="020B0503020102020204" pitchFamily="34" charset="0"/>
                <a:cs typeface="Segoe UI" panose="020B0502040204020203" pitchFamily="34" charset="0"/>
              </a:rPr>
              <a:t> </a:t>
            </a:r>
            <a:r>
              <a:rPr lang="pl-PL" dirty="0" err="1">
                <a:latin typeface="Franklin Gothic Book" panose="020B0503020102020204" pitchFamily="34" charset="0"/>
                <a:cs typeface="Segoe UI" panose="020B0502040204020203" pitchFamily="34" charset="0"/>
              </a:rPr>
              <a:t>script</a:t>
            </a:r>
            <a:r>
              <a:rPr lang="pl-PL" dirty="0">
                <a:latin typeface="Franklin Gothic Book" panose="020B0503020102020204" pitchFamily="34" charset="0"/>
                <a:cs typeface="Segoe UI" panose="020B0502040204020203" pitchFamily="34" charset="0"/>
              </a:rPr>
              <a:t>)</a:t>
            </a:r>
          </a:p>
        </p:txBody>
      </p:sp>
      <p:pic>
        <p:nvPicPr>
          <p:cNvPr id="4" name="Grafika 3" descr="Czat">
            <a:extLst>
              <a:ext uri="{FF2B5EF4-FFF2-40B4-BE49-F238E27FC236}">
                <a16:creationId xmlns:a16="http://schemas.microsoft.com/office/drawing/2014/main" id="{AEE98CC8-0F49-4433-9FD0-35E20C04B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880360"/>
            <a:ext cx="1097280" cy="1097280"/>
          </a:xfrm>
          <a:prstGeom prst="rect">
            <a:avLst/>
          </a:prstGeom>
        </p:spPr>
      </p:pic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3BF933A4-33C5-4102-BBB0-9B15EFF2F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15" y="4352917"/>
            <a:ext cx="4555065" cy="168874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rtl="0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User-level interface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Simple command-line entry point for CT analysis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Runs automatically from checkpoints or opens GUI if needed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Designed for </a:t>
            </a:r>
            <a:r>
              <a:rPr lang="pl-PL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quick</a:t>
            </a:r>
            <a:r>
              <a:rPr lang="pl-PL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usage</a:t>
            </a:r>
            <a:r>
              <a:rPr lang="pl-PL" sz="1600" dirty="0">
                <a:latin typeface="Segoe UI" panose="020B0502040204020203" pitchFamily="34" charset="0"/>
                <a:cs typeface="Segoe UI" panose="020B0502040204020203" pitchFamily="34" charset="0"/>
              </a:rPr>
              <a:t> with </a:t>
            </a:r>
            <a:r>
              <a:rPr lang="pl-PL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pre-calculated</a:t>
            </a:r>
            <a:r>
              <a:rPr lang="pl-PL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and reproducible workflows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590430A8-7125-464C-98BA-3409573D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0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DC198F30-726D-A407-7503-8DFC2ADE7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65407"/>
          </a:xfrm>
        </p:spPr>
        <p:txBody>
          <a:bodyPr>
            <a:normAutofit/>
          </a:bodyPr>
          <a:lstStyle/>
          <a:p>
            <a:pPr algn="ctr"/>
            <a:r>
              <a:rPr lang="pl-PL" dirty="0" err="1">
                <a:latin typeface="Franklin Gothic Book" panose="020B0503020102020204" pitchFamily="34" charset="0"/>
              </a:rPr>
              <a:t>pybest-ct</a:t>
            </a:r>
            <a:r>
              <a:rPr lang="pl-PL" dirty="0">
                <a:latin typeface="Franklin Gothic Book" panose="020B0503020102020204" pitchFamily="34" charset="0"/>
              </a:rPr>
              <a:t> </a:t>
            </a:r>
            <a:r>
              <a:rPr lang="pl-PL" dirty="0" err="1">
                <a:latin typeface="Franklin Gothic Book" panose="020B0503020102020204" pitchFamily="34" charset="0"/>
              </a:rPr>
              <a:t>Command</a:t>
            </a:r>
            <a:r>
              <a:rPr lang="pl-PL" dirty="0">
                <a:latin typeface="Franklin Gothic Book" panose="020B0503020102020204" pitchFamily="34" charset="0"/>
              </a:rPr>
              <a:t>-Line </a:t>
            </a:r>
            <a:r>
              <a:rPr lang="pl-PL" dirty="0" err="1">
                <a:latin typeface="Franklin Gothic Book" panose="020B0503020102020204" pitchFamily="34" charset="0"/>
              </a:rPr>
              <a:t>Tool</a:t>
            </a:r>
            <a:endParaRPr lang="pl-PL" dirty="0">
              <a:latin typeface="Franklin Gothic Book" panose="020B050302010202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E12004A-E161-D746-8EDF-521B26447108}"/>
              </a:ext>
            </a:extLst>
          </p:cNvPr>
          <p:cNvSpPr txBox="1"/>
          <p:nvPr/>
        </p:nvSpPr>
        <p:spPr>
          <a:xfrm>
            <a:off x="2823772" y="965407"/>
            <a:ext cx="65444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Standalone entry point for running Charge Transfer analysis.</a:t>
            </a:r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Symbol zastępczy zawartości 17" descr="Obraz zawierający tekst, Czcionka, dokument, zrzut ekranu&#10;&#10;Zawartość wygenerowana przez AI może być niepoprawna.">
            <a:extLst>
              <a:ext uri="{FF2B5EF4-FFF2-40B4-BE49-F238E27FC236}">
                <a16:creationId xmlns:a16="http://schemas.microsoft.com/office/drawing/2014/main" id="{396AF874-A410-614F-A770-81E93D50F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777" y="1825625"/>
            <a:ext cx="8544445" cy="4351338"/>
          </a:xfrm>
        </p:spPr>
      </p:pic>
    </p:spTree>
    <p:extLst>
      <p:ext uri="{BB962C8B-B14F-4D97-AF65-F5344CB8AC3E}">
        <p14:creationId xmlns:p14="http://schemas.microsoft.com/office/powerpoint/2010/main" val="2722100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648CF1-C72A-4313-8FC7-BF6DD4642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568" y="2697480"/>
            <a:ext cx="5406902" cy="1469965"/>
          </a:xfrm>
        </p:spPr>
        <p:txBody>
          <a:bodyPr rtlCol="0" anchor="ctr">
            <a:normAutofit/>
          </a:bodyPr>
          <a:lstStyle/>
          <a:p>
            <a:pPr rtl="0"/>
            <a:r>
              <a:rPr lang="pl-PL" dirty="0">
                <a:latin typeface="Franklin Gothic Book" panose="020B0503020102020204" pitchFamily="34" charset="0"/>
                <a:cs typeface="Segoe UI" panose="020B0502040204020203" pitchFamily="34" charset="0"/>
              </a:rPr>
              <a:t>GUI – Domain Definition Interface</a:t>
            </a:r>
          </a:p>
        </p:txBody>
      </p:sp>
      <p:pic>
        <p:nvPicPr>
          <p:cNvPr id="4" name="Grafika 3" descr="Tablica">
            <a:extLst>
              <a:ext uri="{FF2B5EF4-FFF2-40B4-BE49-F238E27FC236}">
                <a16:creationId xmlns:a16="http://schemas.microsoft.com/office/drawing/2014/main" id="{A4298283-DDB8-4365-95A1-90935E16B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880360"/>
            <a:ext cx="1097280" cy="1097280"/>
          </a:xfrm>
          <a:prstGeom prst="rect">
            <a:avLst/>
          </a:prstGeom>
        </p:spPr>
      </p:pic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C856D755-2374-40B4-B692-603C5E927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8568" y="4352544"/>
            <a:ext cx="4370852" cy="22927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Interactive atom selection and domain assignment</a:t>
            </a:r>
            <a:endParaRPr lang="pl-PL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Real-time color feedback and live assignment tracking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Built on Qt + 3Dmol.js for cross-platform visualization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B6C7BDF7-D7AC-4209-A6A9-11B953F8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92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DDAC-D124-A732-BDE2-082FD4A5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230C5C4C-2DF8-FCB9-5D30-F25997F6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0872" y="0"/>
            <a:ext cx="5901128" cy="2263515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latin typeface="Franklin Gothic Book" panose="020B0503020102020204" pitchFamily="34" charset="0"/>
              </a:rPr>
              <a:t>CT </a:t>
            </a:r>
            <a:r>
              <a:rPr lang="fr-FR" dirty="0" err="1">
                <a:latin typeface="Franklin Gothic Book" panose="020B0503020102020204" pitchFamily="34" charset="0"/>
              </a:rPr>
              <a:t>Analysis</a:t>
            </a:r>
            <a:r>
              <a:rPr lang="fr-FR" dirty="0">
                <a:latin typeface="Franklin Gothic Book" panose="020B0503020102020204" pitchFamily="34" charset="0"/>
              </a:rPr>
              <a:t> GUI </a:t>
            </a:r>
            <a:r>
              <a:rPr lang="pl-PL" dirty="0">
                <a:latin typeface="Franklin Gothic Book" panose="020B0503020102020204" pitchFamily="34" charset="0"/>
              </a:rPr>
              <a:t>-</a:t>
            </a:r>
            <a:r>
              <a:rPr lang="fr-FR" dirty="0">
                <a:latin typeface="Franklin Gothic Book" panose="020B0503020102020204" pitchFamily="34" charset="0"/>
              </a:rPr>
              <a:t> Interactive Domain </a:t>
            </a:r>
            <a:r>
              <a:rPr lang="fr-FR" dirty="0" err="1">
                <a:latin typeface="Franklin Gothic Book" panose="020B0503020102020204" pitchFamily="34" charset="0"/>
              </a:rPr>
              <a:t>Definition</a:t>
            </a:r>
            <a:endParaRPr lang="pl-PL" dirty="0">
              <a:latin typeface="Franklin Gothic Book" panose="020B0503020102020204" pitchFamily="34" charset="0"/>
            </a:endParaRP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1792DFC1-0170-09AB-6058-D500B74416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345630"/>
              </p:ext>
            </p:extLst>
          </p:nvPr>
        </p:nvGraphicFramePr>
        <p:xfrm>
          <a:off x="4467069" y="1906770"/>
          <a:ext cx="7724931" cy="5352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Symbol zastępczy zawartości 3">
            <a:extLst>
              <a:ext uri="{FF2B5EF4-FFF2-40B4-BE49-F238E27FC236}">
                <a16:creationId xmlns:a16="http://schemas.microsoft.com/office/drawing/2014/main" id="{97CD8AE1-DF31-F42B-2975-5FC3D8296B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6882254"/>
              </p:ext>
            </p:extLst>
          </p:nvPr>
        </p:nvGraphicFramePr>
        <p:xfrm>
          <a:off x="0" y="-769482"/>
          <a:ext cx="6290872" cy="5352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179C5C9-EF5F-EAB2-9AF8-544AEB6BBD24}"/>
              </a:ext>
            </a:extLst>
          </p:cNvPr>
          <p:cNvSpPr txBox="1"/>
          <p:nvPr/>
        </p:nvSpPr>
        <p:spPr>
          <a:xfrm>
            <a:off x="0" y="316739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KEY FEATURES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36A7F32-21B8-B199-ED74-5ACCBDD924FC}"/>
              </a:ext>
            </a:extLst>
          </p:cNvPr>
          <p:cNvSpPr txBox="1"/>
          <p:nvPr/>
        </p:nvSpPr>
        <p:spPr>
          <a:xfrm>
            <a:off x="8077200" y="594107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DATA FLOW</a:t>
            </a:r>
          </a:p>
        </p:txBody>
      </p:sp>
    </p:spTree>
    <p:extLst>
      <p:ext uri="{BB962C8B-B14F-4D97-AF65-F5344CB8AC3E}">
        <p14:creationId xmlns:p14="http://schemas.microsoft.com/office/powerpoint/2010/main" val="2932518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0D9B4E-C292-45AA-8116-56270304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214" y="2694018"/>
            <a:ext cx="4509346" cy="1469965"/>
          </a:xfrm>
        </p:spPr>
        <p:txBody>
          <a:bodyPr rtlCol="0" anchor="ctr">
            <a:normAutofit/>
          </a:bodyPr>
          <a:lstStyle/>
          <a:p>
            <a:pPr rtl="0"/>
            <a:r>
              <a:rPr lang="pl-PL" dirty="0" err="1">
                <a:latin typeface="Franklin Gothic Book" panose="020B0503020102020204" pitchFamily="34" charset="0"/>
                <a:cs typeface="Segoe UI" panose="020B0502040204020203" pitchFamily="34" charset="0"/>
              </a:rPr>
              <a:t>Future</a:t>
            </a:r>
            <a:r>
              <a:rPr lang="pl-PL" dirty="0">
                <a:latin typeface="Franklin Gothic Book" panose="020B0503020102020204" pitchFamily="34" charset="0"/>
                <a:cs typeface="Segoe UI" panose="020B0502040204020203" pitchFamily="34" charset="0"/>
              </a:rPr>
              <a:t> Development</a:t>
            </a:r>
          </a:p>
        </p:txBody>
      </p:sp>
      <p:pic>
        <p:nvPicPr>
          <p:cNvPr id="5" name="Grafika 4" descr="Otwarta książka">
            <a:extLst>
              <a:ext uri="{FF2B5EF4-FFF2-40B4-BE49-F238E27FC236}">
                <a16:creationId xmlns:a16="http://schemas.microsoft.com/office/drawing/2014/main" id="{DEFE964D-9F1C-4F69-ADD3-0E1AB324E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880360"/>
            <a:ext cx="1097280" cy="1097280"/>
          </a:xfrm>
          <a:prstGeom prst="rect">
            <a:avLst/>
          </a:prstGeom>
        </p:spPr>
      </p:pic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81072FAC-EEE9-4F26-A784-BC07EACCB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15" y="4352917"/>
            <a:ext cx="4384216" cy="16887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Additional</a:t>
            </a:r>
            <a:r>
              <a:rPr lang="pl-PL" sz="1600" dirty="0">
                <a:latin typeface="Segoe UI" panose="020B0502040204020203" pitchFamily="34" charset="0"/>
                <a:cs typeface="Segoe UI" panose="020B0502040204020203" pitchFamily="34" charset="0"/>
              </a:rPr>
              <a:t> GUI &amp; CLI </a:t>
            </a:r>
            <a:r>
              <a:rPr lang="pl-PL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functionalities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/>
            <a:r>
              <a:rPr lang="pl-PL" sz="1600" dirty="0">
                <a:latin typeface="Segoe UI" panose="020B0502040204020203" pitchFamily="34" charset="0"/>
                <a:cs typeface="Segoe UI" panose="020B0502040204020203" pitchFamily="34" charset="0"/>
              </a:rPr>
              <a:t>GUI </a:t>
            </a:r>
            <a:r>
              <a:rPr lang="pl-PL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compatibility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rtl="0"/>
            <a:r>
              <a:rPr lang="pl-PL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Testing</a:t>
            </a:r>
            <a:r>
              <a:rPr lang="pl-PL" sz="1600" dirty="0"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pl-PL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refinement</a:t>
            </a:r>
            <a:endParaRPr lang="pl-PL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35127EDA-5861-47AB-8729-620CFC7DA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9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7D6AA-F0B8-D8DB-D647-93895C7A9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>
            <a:extLst>
              <a:ext uri="{FF2B5EF4-FFF2-40B4-BE49-F238E27FC236}">
                <a16:creationId xmlns:a16="http://schemas.microsoft.com/office/drawing/2014/main" id="{376B9CA7-2E85-E3E1-7FA1-B5A739B03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65407"/>
          </a:xfrm>
        </p:spPr>
        <p:txBody>
          <a:bodyPr>
            <a:normAutofit/>
          </a:bodyPr>
          <a:lstStyle/>
          <a:p>
            <a:pPr algn="ctr"/>
            <a:r>
              <a:rPr lang="pl-PL" dirty="0" err="1">
                <a:latin typeface="Franklin Gothic Book" panose="020B0503020102020204" pitchFamily="34" charset="0"/>
              </a:rPr>
              <a:t>Planned</a:t>
            </a:r>
            <a:r>
              <a:rPr lang="pl-PL" dirty="0">
                <a:latin typeface="Franklin Gothic Book" panose="020B0503020102020204" pitchFamily="34" charset="0"/>
              </a:rPr>
              <a:t> </a:t>
            </a:r>
            <a:r>
              <a:rPr lang="pl-PL" dirty="0" err="1">
                <a:latin typeface="Franklin Gothic Book" panose="020B0503020102020204" pitchFamily="34" charset="0"/>
              </a:rPr>
              <a:t>features</a:t>
            </a:r>
            <a:endParaRPr lang="pl-PL" dirty="0">
              <a:latin typeface="Franklin Gothic Book" panose="020B050302010202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E24CE8A-41EF-D660-A3D4-430FA38F99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4210247"/>
              </p:ext>
            </p:extLst>
          </p:nvPr>
        </p:nvGraphicFramePr>
        <p:xfrm>
          <a:off x="2138680" y="96540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3841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5" y="4880113"/>
            <a:ext cx="5609222" cy="1005258"/>
          </a:xfrm>
        </p:spPr>
        <p:txBody>
          <a:bodyPr rtlCol="0" anchor="t">
            <a:normAutofit/>
          </a:bodyPr>
          <a:lstStyle/>
          <a:p>
            <a:pPr rtl="0"/>
            <a:r>
              <a:rPr lang="pl-PL" sz="4400" dirty="0">
                <a:latin typeface="Franklin Gothic Book" panose="020B0503020102020204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3945418"/>
            <a:ext cx="5609219" cy="576738"/>
          </a:xfrm>
        </p:spPr>
        <p:txBody>
          <a:bodyPr rtlCol="0" anchor="b">
            <a:normAutofit/>
          </a:bodyPr>
          <a:lstStyle/>
          <a:p>
            <a:pPr algn="l" rtl="0"/>
            <a:endParaRPr lang="pl-PL" sz="2000">
              <a:latin typeface="Franklin Gothic Book" panose="020B0503020102020204" pitchFamily="34" charset="0"/>
            </a:endParaRPr>
          </a:p>
        </p:txBody>
      </p:sp>
      <p:sp>
        <p:nvSpPr>
          <p:cNvPr id="29" name="Dowolny kształt: Kształt 2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Dowolny kształt: Kształt 30">
            <a:extLst>
              <a:ext uri="{FF2B5EF4-FFF2-40B4-BE49-F238E27FC236}">
                <a16:creationId xmlns:a16="http://schemas.microsoft.com/office/drawing/2014/main" id="{EBA87361-6D30-46E4-834B-719CF5905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2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Dowolny kształt: Kształt 32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Dowolny kształt: Kształt 34">
            <a:extLst>
              <a:ext uri="{FF2B5EF4-FFF2-40B4-BE49-F238E27FC236}">
                <a16:creationId xmlns:a16="http://schemas.microsoft.com/office/drawing/2014/main" id="{D89DB1C0-FEEC-4CB6-88B2-F9C5562E0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a 8" descr="Otwarta książka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5250" y="164573"/>
            <a:ext cx="1636279" cy="1636279"/>
          </a:xfrm>
          <a:prstGeom prst="rect">
            <a:avLst/>
          </a:prstGeom>
        </p:spPr>
      </p:pic>
      <p:sp>
        <p:nvSpPr>
          <p:cNvPr id="37" name="Owal 3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117" y="615908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wal 38">
            <a:extLst>
              <a:ext uri="{FF2B5EF4-FFF2-40B4-BE49-F238E27FC236}">
                <a16:creationId xmlns:a16="http://schemas.microsoft.com/office/drawing/2014/main" id="{08163D1C-ED91-4D5F-A33B-CF1256B2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709" y="780500"/>
            <a:ext cx="2852928" cy="28529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a 4" descr="Cza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0302" y="1293093"/>
            <a:ext cx="1827742" cy="1827742"/>
          </a:xfrm>
          <a:prstGeom prst="rect">
            <a:avLst/>
          </a:prstGeom>
        </p:spPr>
      </p:pic>
      <p:pic>
        <p:nvPicPr>
          <p:cNvPr id="7" name="Grafika 6" descr="Ramka tablicy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924" y="3621724"/>
            <a:ext cx="2594886" cy="2594886"/>
          </a:xfrm>
          <a:prstGeom prst="rect">
            <a:avLst/>
          </a:prstGeom>
        </p:spPr>
      </p:pic>
      <p:sp>
        <p:nvSpPr>
          <p:cNvPr id="41" name="Dowolny kształt: Kształt 40">
            <a:extLst>
              <a:ext uri="{FF2B5EF4-FFF2-40B4-BE49-F238E27FC236}">
                <a16:creationId xmlns:a16="http://schemas.microsoft.com/office/drawing/2014/main" id="{31103AB2-C090-458F-B752-294F23AF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1"/>
            <a:ext cx="3439432" cy="3785157"/>
          </a:xfrm>
          <a:custGeom>
            <a:avLst/>
            <a:gdLst>
              <a:gd name="connsiteX0" fmla="*/ 198262 w 3439432"/>
              <a:gd name="connsiteY0" fmla="*/ 0 h 3785157"/>
              <a:gd name="connsiteX1" fmla="*/ 3439432 w 3439432"/>
              <a:gd name="connsiteY1" fmla="*/ 0 h 3785157"/>
              <a:gd name="connsiteX2" fmla="*/ 3439432 w 3439432"/>
              <a:gd name="connsiteY2" fmla="*/ 3697836 h 3785157"/>
              <a:gd name="connsiteX3" fmla="*/ 3318024 w 3439432"/>
              <a:gd name="connsiteY3" fmla="*/ 3729054 h 3785157"/>
              <a:gd name="connsiteX4" fmla="*/ 2761488 w 3439432"/>
              <a:gd name="connsiteY4" fmla="*/ 3785157 h 3785157"/>
              <a:gd name="connsiteX5" fmla="*/ 0 w 3439432"/>
              <a:gd name="connsiteY5" fmla="*/ 1023669 h 3785157"/>
              <a:gd name="connsiteX6" fmla="*/ 124151 w 3439432"/>
              <a:gd name="connsiteY6" fmla="*/ 202487 h 37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785157">
                <a:moveTo>
                  <a:pt x="198262" y="0"/>
                </a:moveTo>
                <a:lnTo>
                  <a:pt x="3439432" y="0"/>
                </a:lnTo>
                <a:lnTo>
                  <a:pt x="3439432" y="3697836"/>
                </a:lnTo>
                <a:lnTo>
                  <a:pt x="3318024" y="3729054"/>
                </a:lnTo>
                <a:cubicBezTo>
                  <a:pt x="3138258" y="3765839"/>
                  <a:pt x="2952129" y="3785157"/>
                  <a:pt x="2761488" y="3785157"/>
                </a:cubicBezTo>
                <a:cubicBezTo>
                  <a:pt x="1236360" y="3785157"/>
                  <a:pt x="0" y="2548797"/>
                  <a:pt x="0" y="1023669"/>
                </a:cubicBezTo>
                <a:cubicBezTo>
                  <a:pt x="0" y="737708"/>
                  <a:pt x="43466" y="461898"/>
                  <a:pt x="124151" y="20248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Dowolny kształt: Kształt 42">
            <a:extLst>
              <a:ext uri="{FF2B5EF4-FFF2-40B4-BE49-F238E27FC236}">
                <a16:creationId xmlns:a16="http://schemas.microsoft.com/office/drawing/2014/main" id="{83D471F3-782A-4BA1-9CAB-FF5CDF0A7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2"/>
            <a:ext cx="3273238" cy="3618965"/>
          </a:xfrm>
          <a:custGeom>
            <a:avLst/>
            <a:gdLst>
              <a:gd name="connsiteX0" fmla="*/ 210437 w 3273238"/>
              <a:gd name="connsiteY0" fmla="*/ 0 h 3618965"/>
              <a:gd name="connsiteX1" fmla="*/ 3273238 w 3273238"/>
              <a:gd name="connsiteY1" fmla="*/ 0 h 3618965"/>
              <a:gd name="connsiteX2" fmla="*/ 3273238 w 3273238"/>
              <a:gd name="connsiteY2" fmla="*/ 3526409 h 3618965"/>
              <a:gd name="connsiteX3" fmla="*/ 3118338 w 3273238"/>
              <a:gd name="connsiteY3" fmla="*/ 3566238 h 3618965"/>
              <a:gd name="connsiteX4" fmla="*/ 2595295 w 3273238"/>
              <a:gd name="connsiteY4" fmla="*/ 3618965 h 3618965"/>
              <a:gd name="connsiteX5" fmla="*/ 0 w 3273238"/>
              <a:gd name="connsiteY5" fmla="*/ 1023670 h 3618965"/>
              <a:gd name="connsiteX6" fmla="*/ 203951 w 3273238"/>
              <a:gd name="connsiteY6" fmla="*/ 13464 h 361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618965">
                <a:moveTo>
                  <a:pt x="210437" y="0"/>
                </a:moveTo>
                <a:lnTo>
                  <a:pt x="3273238" y="0"/>
                </a:lnTo>
                <a:lnTo>
                  <a:pt x="3273238" y="3526409"/>
                </a:lnTo>
                <a:lnTo>
                  <a:pt x="3118338" y="3566238"/>
                </a:lnTo>
                <a:cubicBezTo>
                  <a:pt x="2949390" y="3600810"/>
                  <a:pt x="2774463" y="3618965"/>
                  <a:pt x="2595295" y="3618965"/>
                </a:cubicBezTo>
                <a:cubicBezTo>
                  <a:pt x="1161953" y="3618965"/>
                  <a:pt x="0" y="2457012"/>
                  <a:pt x="0" y="1023670"/>
                </a:cubicBezTo>
                <a:cubicBezTo>
                  <a:pt x="0" y="665335"/>
                  <a:pt x="72622" y="323961"/>
                  <a:pt x="203951" y="1346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fika 10" descr="Książki na półce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5024" y="327889"/>
            <a:ext cx="2260711" cy="22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8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8488_TF44781794_Win32" id="{2442D4A0-ACDA-4B3B-A0CC-57A139C13DB5}" vid="{72A8CFE0-F72D-4D55-AD2E-5953077E8150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 badawcza</Template>
  <TotalTime>0</TotalTime>
  <Words>1540</Words>
  <Application>Microsoft Office PowerPoint</Application>
  <PresentationFormat>Panoramiczny</PresentationFormat>
  <Paragraphs>182</Paragraphs>
  <Slides>16</Slides>
  <Notes>16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Franklin Gothic Book</vt:lpstr>
      <vt:lpstr>Segoe UI</vt:lpstr>
      <vt:lpstr>Motyw pakietu Office</vt:lpstr>
      <vt:lpstr>Domain Charge Transfer Analysis Feature  Development</vt:lpstr>
      <vt:lpstr>From computational backend to user interaction</vt:lpstr>
      <vt:lpstr>Core Utility &amp; Domain Logic</vt:lpstr>
      <vt:lpstr>Charge Transfer Analysis</vt:lpstr>
      <vt:lpstr>Backend Utility Logic</vt:lpstr>
      <vt:lpstr>Implementation Highlights</vt:lpstr>
      <vt:lpstr>PyBEST integration (CTProperty)</vt:lpstr>
      <vt:lpstr>PyBEST Property Workflow</vt:lpstr>
      <vt:lpstr>CTProperty – Integration of Charge-Transfer Analysis</vt:lpstr>
      <vt:lpstr>CLI Interface (pybest-ct script)</vt:lpstr>
      <vt:lpstr>pybest-ct Command-Line Tool</vt:lpstr>
      <vt:lpstr>GUI – Domain Definition Interface</vt:lpstr>
      <vt:lpstr>CT Analysis GUI - Interactive Domain Definition</vt:lpstr>
      <vt:lpstr>Future Development</vt:lpstr>
      <vt:lpstr>Planned features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Szczuczko</dc:creator>
  <cp:lastModifiedBy>Julia Szczuczko</cp:lastModifiedBy>
  <cp:revision>34</cp:revision>
  <dcterms:created xsi:type="dcterms:W3CDTF">2025-10-28T10:44:14Z</dcterms:created>
  <dcterms:modified xsi:type="dcterms:W3CDTF">2025-10-30T17:55:04Z</dcterms:modified>
</cp:coreProperties>
</file>